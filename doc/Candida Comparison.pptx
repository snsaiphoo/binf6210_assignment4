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6" r:id="rId3"/>
    <p:sldId id="280" r:id="rId4"/>
    <p:sldId id="257" r:id="rId5"/>
    <p:sldId id="268" r:id="rId6"/>
    <p:sldId id="283" r:id="rId7"/>
    <p:sldId id="258" r:id="rId8"/>
    <p:sldId id="259" r:id="rId9"/>
    <p:sldId id="260" r:id="rId10"/>
    <p:sldId id="270" r:id="rId11"/>
    <p:sldId id="261" r:id="rId12"/>
    <p:sldId id="262" r:id="rId13"/>
    <p:sldId id="272" r:id="rId14"/>
    <p:sldId id="265" r:id="rId15"/>
    <p:sldId id="263" r:id="rId16"/>
    <p:sldId id="274" r:id="rId17"/>
    <p:sldId id="278" r:id="rId18"/>
    <p:sldId id="279"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1CB95-2AE6-47A1-BF8B-781C6B23D02D}" v="180" dt="2025-12-05T23:23:51.0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57" autoAdjust="0"/>
  </p:normalViewPr>
  <p:slideViewPr>
    <p:cSldViewPr snapToGrid="0">
      <p:cViewPr>
        <p:scale>
          <a:sx n="66" d="100"/>
          <a:sy n="66" d="100"/>
        </p:scale>
        <p:origin x="644"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rina Saiphoo" userId="c384fbdc55ec1817" providerId="LiveId" clId="{C7219627-2762-4F40-B5D0-FB5BACC945B4}"/>
    <pc:docChg chg="undo redo custSel addSld delSld modSld sldOrd">
      <pc:chgData name="Sabrina Saiphoo" userId="c384fbdc55ec1817" providerId="LiveId" clId="{C7219627-2762-4F40-B5D0-FB5BACC945B4}" dt="2025-12-05T23:25:59.022" v="9879" actId="20577"/>
      <pc:docMkLst>
        <pc:docMk/>
      </pc:docMkLst>
      <pc:sldChg chg="addSp delSp modSp new mod modMedia setBg addAnim delAnim modAnim">
        <pc:chgData name="Sabrina Saiphoo" userId="c384fbdc55ec1817" providerId="LiveId" clId="{C7219627-2762-4F40-B5D0-FB5BACC945B4}" dt="2025-12-05T19:59:03.147" v="1632"/>
        <pc:sldMkLst>
          <pc:docMk/>
          <pc:sldMk cId="3900803714" sldId="256"/>
        </pc:sldMkLst>
        <pc:spChg chg="mod">
          <ac:chgData name="Sabrina Saiphoo" userId="c384fbdc55ec1817" providerId="LiveId" clId="{C7219627-2762-4F40-B5D0-FB5BACC945B4}" dt="2025-12-05T17:35:04.552" v="982" actId="26606"/>
          <ac:spMkLst>
            <pc:docMk/>
            <pc:sldMk cId="3900803714" sldId="256"/>
            <ac:spMk id="2" creationId="{41CD0352-2795-E59F-BA41-B3624DE2902F}"/>
          </ac:spMkLst>
        </pc:spChg>
        <pc:spChg chg="mod">
          <ac:chgData name="Sabrina Saiphoo" userId="c384fbdc55ec1817" providerId="LiveId" clId="{C7219627-2762-4F40-B5D0-FB5BACC945B4}" dt="2025-12-05T19:59:03.147" v="1632"/>
          <ac:spMkLst>
            <pc:docMk/>
            <pc:sldMk cId="3900803714" sldId="256"/>
            <ac:spMk id="3" creationId="{5D09F1C5-7CDC-F54C-C948-A9EB66BF9159}"/>
          </ac:spMkLst>
        </pc:spChg>
        <pc:spChg chg="add del">
          <ac:chgData name="Sabrina Saiphoo" userId="c384fbdc55ec1817" providerId="LiveId" clId="{C7219627-2762-4F40-B5D0-FB5BACC945B4}" dt="2025-12-05T05:13:18.129" v="310" actId="26606"/>
          <ac:spMkLst>
            <pc:docMk/>
            <pc:sldMk cId="3900803714" sldId="256"/>
            <ac:spMk id="8" creationId="{1ACA2EA0-FFD3-42EC-9406-B595015ED96E}"/>
          </ac:spMkLst>
        </pc:spChg>
        <pc:spChg chg="add del">
          <ac:chgData name="Sabrina Saiphoo" userId="c384fbdc55ec1817" providerId="LiveId" clId="{C7219627-2762-4F40-B5D0-FB5BACC945B4}" dt="2025-12-05T05:13:18.129" v="310" actId="26606"/>
          <ac:spMkLst>
            <pc:docMk/>
            <pc:sldMk cId="3900803714" sldId="256"/>
            <ac:spMk id="10" creationId="{D5288BCE-665C-472A-8C43-664BCFA31E43}"/>
          </ac:spMkLst>
        </pc:spChg>
        <pc:spChg chg="add del">
          <ac:chgData name="Sabrina Saiphoo" userId="c384fbdc55ec1817" providerId="LiveId" clId="{C7219627-2762-4F40-B5D0-FB5BACC945B4}" dt="2025-12-05T05:13:18.129" v="310" actId="26606"/>
          <ac:spMkLst>
            <pc:docMk/>
            <pc:sldMk cId="3900803714" sldId="256"/>
            <ac:spMk id="12" creationId="{46C57131-53A7-4C1A-BEA8-25F06A06AD29}"/>
          </ac:spMkLst>
        </pc:spChg>
        <pc:spChg chg="add del">
          <ac:chgData name="Sabrina Saiphoo" userId="c384fbdc55ec1817" providerId="LiveId" clId="{C7219627-2762-4F40-B5D0-FB5BACC945B4}" dt="2025-12-05T17:28:55.599" v="952" actId="26606"/>
          <ac:spMkLst>
            <pc:docMk/>
            <pc:sldMk cId="3900803714" sldId="256"/>
            <ac:spMk id="14" creationId="{BAD76F3E-3A97-486B-B402-44400A8B9173}"/>
          </ac:spMkLst>
        </pc:spChg>
        <pc:spChg chg="add del">
          <ac:chgData name="Sabrina Saiphoo" userId="c384fbdc55ec1817" providerId="LiveId" clId="{C7219627-2762-4F40-B5D0-FB5BACC945B4}" dt="2025-12-05T17:28:55.599" v="952" actId="26606"/>
          <ac:spMkLst>
            <pc:docMk/>
            <pc:sldMk cId="3900803714" sldId="256"/>
            <ac:spMk id="15" creationId="{391F6B52-91F4-4AEB-B6DB-29FEBCF28C8B}"/>
          </ac:spMkLst>
        </pc:spChg>
        <pc:spChg chg="add del">
          <ac:chgData name="Sabrina Saiphoo" userId="c384fbdc55ec1817" providerId="LiveId" clId="{C7219627-2762-4F40-B5D0-FB5BACC945B4}" dt="2025-12-05T17:28:55.599" v="952" actId="26606"/>
          <ac:spMkLst>
            <pc:docMk/>
            <pc:sldMk cId="3900803714" sldId="256"/>
            <ac:spMk id="16" creationId="{2CD6F061-7C53-44F4-9794-953DB70A451B}"/>
          </ac:spMkLst>
        </pc:spChg>
        <pc:spChg chg="add del">
          <ac:chgData name="Sabrina Saiphoo" userId="c384fbdc55ec1817" providerId="LiveId" clId="{C7219627-2762-4F40-B5D0-FB5BACC945B4}" dt="2025-12-05T17:28:45.402" v="945" actId="26606"/>
          <ac:spMkLst>
            <pc:docMk/>
            <pc:sldMk cId="3900803714" sldId="256"/>
            <ac:spMk id="22" creationId="{716F42E0-28DF-4093-AFC5-CA01F54C8897}"/>
          </ac:spMkLst>
        </pc:spChg>
        <pc:spChg chg="add del">
          <ac:chgData name="Sabrina Saiphoo" userId="c384fbdc55ec1817" providerId="LiveId" clId="{C7219627-2762-4F40-B5D0-FB5BACC945B4}" dt="2025-12-05T17:28:49.103" v="949" actId="26606"/>
          <ac:spMkLst>
            <pc:docMk/>
            <pc:sldMk cId="3900803714" sldId="256"/>
            <ac:spMk id="23" creationId="{A3363022-C969-41E9-8EB2-E4C94908C1FA}"/>
          </ac:spMkLst>
        </pc:spChg>
        <pc:spChg chg="add del">
          <ac:chgData name="Sabrina Saiphoo" userId="c384fbdc55ec1817" providerId="LiveId" clId="{C7219627-2762-4F40-B5D0-FB5BACC945B4}" dt="2025-12-05T17:28:45.402" v="945" actId="26606"/>
          <ac:spMkLst>
            <pc:docMk/>
            <pc:sldMk cId="3900803714" sldId="256"/>
            <ac:spMk id="24" creationId="{4063B759-00FC-46D1-9898-8E8625268FAF}"/>
          </ac:spMkLst>
        </pc:spChg>
        <pc:spChg chg="add del">
          <ac:chgData name="Sabrina Saiphoo" userId="c384fbdc55ec1817" providerId="LiveId" clId="{C7219627-2762-4F40-B5D0-FB5BACC945B4}" dt="2025-12-05T17:28:49.103" v="949" actId="26606"/>
          <ac:spMkLst>
            <pc:docMk/>
            <pc:sldMk cId="3900803714" sldId="256"/>
            <ac:spMk id="25" creationId="{8D1AD6B3-BE88-4CEB-BA17-790657CC4729}"/>
          </ac:spMkLst>
        </pc:spChg>
        <pc:spChg chg="add del">
          <ac:chgData name="Sabrina Saiphoo" userId="c384fbdc55ec1817" providerId="LiveId" clId="{C7219627-2762-4F40-B5D0-FB5BACC945B4}" dt="2025-12-05T17:28:45.402" v="945" actId="26606"/>
          <ac:spMkLst>
            <pc:docMk/>
            <pc:sldMk cId="3900803714" sldId="256"/>
            <ac:spMk id="26" creationId="{D5B012D8-7F27-4758-9AC6-C889B154BD73}"/>
          </ac:spMkLst>
        </pc:spChg>
        <pc:spChg chg="add del">
          <ac:chgData name="Sabrina Saiphoo" userId="c384fbdc55ec1817" providerId="LiveId" clId="{C7219627-2762-4F40-B5D0-FB5BACC945B4}" dt="2025-12-05T17:28:47.586" v="947" actId="26606"/>
          <ac:spMkLst>
            <pc:docMk/>
            <pc:sldMk cId="3900803714" sldId="256"/>
            <ac:spMk id="29" creationId="{EB0222B5-B739-82A9-5CCC-C5585AE12A69}"/>
          </ac:spMkLst>
        </pc:spChg>
        <pc:spChg chg="add del">
          <ac:chgData name="Sabrina Saiphoo" userId="c384fbdc55ec1817" providerId="LiveId" clId="{C7219627-2762-4F40-B5D0-FB5BACC945B4}" dt="2025-12-05T17:28:47.586" v="947" actId="26606"/>
          <ac:spMkLst>
            <pc:docMk/>
            <pc:sldMk cId="3900803714" sldId="256"/>
            <ac:spMk id="30" creationId="{5BE23E75-E7E9-4D9F-6D25-5512363F8621}"/>
          </ac:spMkLst>
        </pc:spChg>
        <pc:spChg chg="add del">
          <ac:chgData name="Sabrina Saiphoo" userId="c384fbdc55ec1817" providerId="LiveId" clId="{C7219627-2762-4F40-B5D0-FB5BACC945B4}" dt="2025-12-05T17:28:55.583" v="951" actId="26606"/>
          <ac:spMkLst>
            <pc:docMk/>
            <pc:sldMk cId="3900803714" sldId="256"/>
            <ac:spMk id="37" creationId="{65219498-D544-41AC-98FE-8F956EF66A62}"/>
          </ac:spMkLst>
        </pc:spChg>
        <pc:spChg chg="add del">
          <ac:chgData name="Sabrina Saiphoo" userId="c384fbdc55ec1817" providerId="LiveId" clId="{C7219627-2762-4F40-B5D0-FB5BACC945B4}" dt="2025-12-05T17:28:55.583" v="951" actId="26606"/>
          <ac:spMkLst>
            <pc:docMk/>
            <pc:sldMk cId="3900803714" sldId="256"/>
            <ac:spMk id="38" creationId="{F500DBFC-17A9-4E0A-AEE2-A49F9AEEF0FD}"/>
          </ac:spMkLst>
        </pc:spChg>
        <pc:spChg chg="add del">
          <ac:chgData name="Sabrina Saiphoo" userId="c384fbdc55ec1817" providerId="LiveId" clId="{C7219627-2762-4F40-B5D0-FB5BACC945B4}" dt="2025-12-05T17:29:11.227" v="955" actId="26606"/>
          <ac:spMkLst>
            <pc:docMk/>
            <pc:sldMk cId="3900803714" sldId="256"/>
            <ac:spMk id="46" creationId="{55666830-9A19-4E01-8505-D6C7F9AC5665}"/>
          </ac:spMkLst>
        </pc:spChg>
        <pc:spChg chg="add del">
          <ac:chgData name="Sabrina Saiphoo" userId="c384fbdc55ec1817" providerId="LiveId" clId="{C7219627-2762-4F40-B5D0-FB5BACC945B4}" dt="2025-12-05T17:29:11.227" v="955" actId="26606"/>
          <ac:spMkLst>
            <pc:docMk/>
            <pc:sldMk cId="3900803714" sldId="256"/>
            <ac:spMk id="48" creationId="{AE9FC877-7FB6-4D22-9988-35420644E202}"/>
          </ac:spMkLst>
        </pc:spChg>
        <pc:spChg chg="add del">
          <ac:chgData name="Sabrina Saiphoo" userId="c384fbdc55ec1817" providerId="LiveId" clId="{C7219627-2762-4F40-B5D0-FB5BACC945B4}" dt="2025-12-05T17:29:11.227" v="955" actId="26606"/>
          <ac:spMkLst>
            <pc:docMk/>
            <pc:sldMk cId="3900803714" sldId="256"/>
            <ac:spMk id="49" creationId="{E41809D1-F12E-46BB-B804-5F209D325E8B}"/>
          </ac:spMkLst>
        </pc:spChg>
        <pc:spChg chg="add del">
          <ac:chgData name="Sabrina Saiphoo" userId="c384fbdc55ec1817" providerId="LiveId" clId="{C7219627-2762-4F40-B5D0-FB5BACC945B4}" dt="2025-12-05T17:29:11.227" v="955" actId="26606"/>
          <ac:spMkLst>
            <pc:docMk/>
            <pc:sldMk cId="3900803714" sldId="256"/>
            <ac:spMk id="50" creationId="{AF2F604E-43BE-4DC3-B983-E071523364F8}"/>
          </ac:spMkLst>
        </pc:spChg>
        <pc:spChg chg="add del">
          <ac:chgData name="Sabrina Saiphoo" userId="c384fbdc55ec1817" providerId="LiveId" clId="{C7219627-2762-4F40-B5D0-FB5BACC945B4}" dt="2025-12-05T17:29:11.227" v="955" actId="26606"/>
          <ac:spMkLst>
            <pc:docMk/>
            <pc:sldMk cId="3900803714" sldId="256"/>
            <ac:spMk id="51" creationId="{08C9B587-E65E-4B52-B37C-ABEBB6E87928}"/>
          </ac:spMkLst>
        </pc:spChg>
        <pc:spChg chg="add del">
          <ac:chgData name="Sabrina Saiphoo" userId="c384fbdc55ec1817" providerId="LiveId" clId="{C7219627-2762-4F40-B5D0-FB5BACC945B4}" dt="2025-12-05T17:35:04.552" v="982" actId="26606"/>
          <ac:spMkLst>
            <pc:docMk/>
            <pc:sldMk cId="3900803714" sldId="256"/>
            <ac:spMk id="56" creationId="{9B7AD9F6-8CE7-4299-8FC6-328F4DCD3FF9}"/>
          </ac:spMkLst>
        </pc:spChg>
        <pc:spChg chg="add del">
          <ac:chgData name="Sabrina Saiphoo" userId="c384fbdc55ec1817" providerId="LiveId" clId="{C7219627-2762-4F40-B5D0-FB5BACC945B4}" dt="2025-12-05T17:35:04.552" v="982" actId="26606"/>
          <ac:spMkLst>
            <pc:docMk/>
            <pc:sldMk cId="3900803714" sldId="256"/>
            <ac:spMk id="58" creationId="{F49775AF-8896-43EE-92C6-83497D6DC56F}"/>
          </ac:spMkLst>
        </pc:spChg>
        <pc:spChg chg="add del">
          <ac:chgData name="Sabrina Saiphoo" userId="c384fbdc55ec1817" providerId="LiveId" clId="{C7219627-2762-4F40-B5D0-FB5BACC945B4}" dt="2025-12-05T17:34:54.957" v="975" actId="26606"/>
          <ac:spMkLst>
            <pc:docMk/>
            <pc:sldMk cId="3900803714" sldId="256"/>
            <ac:spMk id="63" creationId="{657F69E0-C4B0-4BEC-A689-4F8D877F05D4}"/>
          </ac:spMkLst>
        </pc:spChg>
        <pc:spChg chg="add del">
          <ac:chgData name="Sabrina Saiphoo" userId="c384fbdc55ec1817" providerId="LiveId" clId="{C7219627-2762-4F40-B5D0-FB5BACC945B4}" dt="2025-12-05T17:34:54.957" v="975" actId="26606"/>
          <ac:spMkLst>
            <pc:docMk/>
            <pc:sldMk cId="3900803714" sldId="256"/>
            <ac:spMk id="65" creationId="{9F6380B4-6A1C-481E-8408-B4E6C75B9B81}"/>
          </ac:spMkLst>
        </pc:spChg>
        <pc:spChg chg="add del">
          <ac:chgData name="Sabrina Saiphoo" userId="c384fbdc55ec1817" providerId="LiveId" clId="{C7219627-2762-4F40-B5D0-FB5BACC945B4}" dt="2025-12-05T17:35:00.348" v="977" actId="26606"/>
          <ac:spMkLst>
            <pc:docMk/>
            <pc:sldMk cId="3900803714" sldId="256"/>
            <ac:spMk id="67" creationId="{AF2F604E-43BE-4DC3-B983-E071523364F8}"/>
          </ac:spMkLst>
        </pc:spChg>
        <pc:spChg chg="add del">
          <ac:chgData name="Sabrina Saiphoo" userId="c384fbdc55ec1817" providerId="LiveId" clId="{C7219627-2762-4F40-B5D0-FB5BACC945B4}" dt="2025-12-05T17:35:00.348" v="977" actId="26606"/>
          <ac:spMkLst>
            <pc:docMk/>
            <pc:sldMk cId="3900803714" sldId="256"/>
            <ac:spMk id="68" creationId="{E91DC736-0EF8-4F87-9146-EBF1D2EE4D3D}"/>
          </ac:spMkLst>
        </pc:spChg>
        <pc:spChg chg="add del">
          <ac:chgData name="Sabrina Saiphoo" userId="c384fbdc55ec1817" providerId="LiveId" clId="{C7219627-2762-4F40-B5D0-FB5BACC945B4}" dt="2025-12-05T17:35:00.348" v="977" actId="26606"/>
          <ac:spMkLst>
            <pc:docMk/>
            <pc:sldMk cId="3900803714" sldId="256"/>
            <ac:spMk id="69" creationId="{08C9B587-E65E-4B52-B37C-ABEBB6E87928}"/>
          </ac:spMkLst>
        </pc:spChg>
        <pc:spChg chg="add del">
          <ac:chgData name="Sabrina Saiphoo" userId="c384fbdc55ec1817" providerId="LiveId" clId="{C7219627-2762-4F40-B5D0-FB5BACC945B4}" dt="2025-12-05T17:35:00.348" v="977" actId="26606"/>
          <ac:spMkLst>
            <pc:docMk/>
            <pc:sldMk cId="3900803714" sldId="256"/>
            <ac:spMk id="70" creationId="{097CD68E-23E3-4007-8847-CD0944C4F7BE}"/>
          </ac:spMkLst>
        </pc:spChg>
        <pc:spChg chg="add del">
          <ac:chgData name="Sabrina Saiphoo" userId="c384fbdc55ec1817" providerId="LiveId" clId="{C7219627-2762-4F40-B5D0-FB5BACC945B4}" dt="2025-12-05T17:35:02.844" v="979" actId="26606"/>
          <ac:spMkLst>
            <pc:docMk/>
            <pc:sldMk cId="3900803714" sldId="256"/>
            <ac:spMk id="71" creationId="{86C3B9CB-4E48-4726-B7B9-9E02F71B150F}"/>
          </ac:spMkLst>
        </pc:spChg>
        <pc:spChg chg="add del">
          <ac:chgData name="Sabrina Saiphoo" userId="c384fbdc55ec1817" providerId="LiveId" clId="{C7219627-2762-4F40-B5D0-FB5BACC945B4}" dt="2025-12-05T17:35:02.844" v="979" actId="26606"/>
          <ac:spMkLst>
            <pc:docMk/>
            <pc:sldMk cId="3900803714" sldId="256"/>
            <ac:spMk id="72" creationId="{49B447FE-DDA9-4B30-828A-59FC569124E2}"/>
          </ac:spMkLst>
        </pc:spChg>
        <pc:spChg chg="add del">
          <ac:chgData name="Sabrina Saiphoo" userId="c384fbdc55ec1817" providerId="LiveId" clId="{C7219627-2762-4F40-B5D0-FB5BACC945B4}" dt="2025-12-05T17:35:02.844" v="979" actId="26606"/>
          <ac:spMkLst>
            <pc:docMk/>
            <pc:sldMk cId="3900803714" sldId="256"/>
            <ac:spMk id="73" creationId="{C84384FE-1C88-4CAA-8FB8-2313A3AE734D}"/>
          </ac:spMkLst>
        </pc:spChg>
        <pc:spChg chg="add del">
          <ac:chgData name="Sabrina Saiphoo" userId="c384fbdc55ec1817" providerId="LiveId" clId="{C7219627-2762-4F40-B5D0-FB5BACC945B4}" dt="2025-12-05T17:35:02.844" v="979" actId="26606"/>
          <ac:spMkLst>
            <pc:docMk/>
            <pc:sldMk cId="3900803714" sldId="256"/>
            <ac:spMk id="74" creationId="{C3D487F7-9050-4871-B351-34A72ADB296C}"/>
          </ac:spMkLst>
        </pc:spChg>
        <pc:spChg chg="add del">
          <ac:chgData name="Sabrina Saiphoo" userId="c384fbdc55ec1817" providerId="LiveId" clId="{C7219627-2762-4F40-B5D0-FB5BACC945B4}" dt="2025-12-05T17:35:02.844" v="979" actId="26606"/>
          <ac:spMkLst>
            <pc:docMk/>
            <pc:sldMk cId="3900803714" sldId="256"/>
            <ac:spMk id="75" creationId="{F43C27DD-EF6A-4C48-9669-C2970E71A814}"/>
          </ac:spMkLst>
        </pc:spChg>
        <pc:spChg chg="add del">
          <ac:chgData name="Sabrina Saiphoo" userId="c384fbdc55ec1817" providerId="LiveId" clId="{C7219627-2762-4F40-B5D0-FB5BACC945B4}" dt="2025-12-05T17:35:02.844" v="979" actId="26606"/>
          <ac:spMkLst>
            <pc:docMk/>
            <pc:sldMk cId="3900803714" sldId="256"/>
            <ac:spMk id="76" creationId="{05A1AA86-B7E6-4C02-AA34-F1A25CD4CCBD}"/>
          </ac:spMkLst>
        </pc:spChg>
        <pc:spChg chg="add del">
          <ac:chgData name="Sabrina Saiphoo" userId="c384fbdc55ec1817" providerId="LiveId" clId="{C7219627-2762-4F40-B5D0-FB5BACC945B4}" dt="2025-12-05T17:35:04.536" v="981" actId="26606"/>
          <ac:spMkLst>
            <pc:docMk/>
            <pc:sldMk cId="3900803714" sldId="256"/>
            <ac:spMk id="78" creationId="{06DA9DF9-31F7-4056-B42E-878CC92417B8}"/>
          </ac:spMkLst>
        </pc:spChg>
        <pc:spChg chg="add">
          <ac:chgData name="Sabrina Saiphoo" userId="c384fbdc55ec1817" providerId="LiveId" clId="{C7219627-2762-4F40-B5D0-FB5BACC945B4}" dt="2025-12-05T17:35:04.552" v="982" actId="26606"/>
          <ac:spMkLst>
            <pc:docMk/>
            <pc:sldMk cId="3900803714" sldId="256"/>
            <ac:spMk id="80" creationId="{E91DC736-0EF8-4F87-9146-EBF1D2EE4D3D}"/>
          </ac:spMkLst>
        </pc:spChg>
        <pc:spChg chg="add">
          <ac:chgData name="Sabrina Saiphoo" userId="c384fbdc55ec1817" providerId="LiveId" clId="{C7219627-2762-4F40-B5D0-FB5BACC945B4}" dt="2025-12-05T17:35:04.552" v="982" actId="26606"/>
          <ac:spMkLst>
            <pc:docMk/>
            <pc:sldMk cId="3900803714" sldId="256"/>
            <ac:spMk id="81" creationId="{097CD68E-23E3-4007-8847-CD0944C4F7BE}"/>
          </ac:spMkLst>
        </pc:spChg>
        <pc:spChg chg="add">
          <ac:chgData name="Sabrina Saiphoo" userId="c384fbdc55ec1817" providerId="LiveId" clId="{C7219627-2762-4F40-B5D0-FB5BACC945B4}" dt="2025-12-05T17:35:04.552" v="982" actId="26606"/>
          <ac:spMkLst>
            <pc:docMk/>
            <pc:sldMk cId="3900803714" sldId="256"/>
            <ac:spMk id="82" creationId="{AF2F604E-43BE-4DC3-B983-E071523364F8}"/>
          </ac:spMkLst>
        </pc:spChg>
        <pc:spChg chg="add">
          <ac:chgData name="Sabrina Saiphoo" userId="c384fbdc55ec1817" providerId="LiveId" clId="{C7219627-2762-4F40-B5D0-FB5BACC945B4}" dt="2025-12-05T17:35:04.552" v="982" actId="26606"/>
          <ac:spMkLst>
            <pc:docMk/>
            <pc:sldMk cId="3900803714" sldId="256"/>
            <ac:spMk id="83" creationId="{08C9B587-E65E-4B52-B37C-ABEBB6E87928}"/>
          </ac:spMkLst>
        </pc:spChg>
        <pc:grpChg chg="add del">
          <ac:chgData name="Sabrina Saiphoo" userId="c384fbdc55ec1817" providerId="LiveId" clId="{C7219627-2762-4F40-B5D0-FB5BACC945B4}" dt="2025-12-05T17:28:49.103" v="949" actId="26606"/>
          <ac:grpSpMkLst>
            <pc:docMk/>
            <pc:sldMk cId="3900803714" sldId="256"/>
            <ac:grpSpMk id="27" creationId="{89D1390B-7E13-4B4F-9CB2-391063412E54}"/>
          </ac:grpSpMkLst>
        </pc:grpChg>
        <pc:grpChg chg="add del">
          <ac:chgData name="Sabrina Saiphoo" userId="c384fbdc55ec1817" providerId="LiveId" clId="{C7219627-2762-4F40-B5D0-FB5BACC945B4}" dt="2025-12-05T17:28:55.583" v="951" actId="26606"/>
          <ac:grpSpMkLst>
            <pc:docMk/>
            <pc:sldMk cId="3900803714" sldId="256"/>
            <ac:grpSpMk id="39" creationId="{D74613BB-817C-4C4F-8A24-4936F2F064C0}"/>
          </ac:grpSpMkLst>
        </pc:grpChg>
        <pc:picChg chg="add del mod">
          <ac:chgData name="Sabrina Saiphoo" userId="c384fbdc55ec1817" providerId="LiveId" clId="{C7219627-2762-4F40-B5D0-FB5BACC945B4}" dt="2025-12-05T17:28:45.402" v="945" actId="26606"/>
          <ac:picMkLst>
            <pc:docMk/>
            <pc:sldMk cId="3900803714" sldId="256"/>
            <ac:picMk id="18" creationId="{BD198FFA-3716-F358-7AC2-B233F1C8A6B0}"/>
          </ac:picMkLst>
        </pc:picChg>
        <pc:picChg chg="add del">
          <ac:chgData name="Sabrina Saiphoo" userId="c384fbdc55ec1817" providerId="LiveId" clId="{C7219627-2762-4F40-B5D0-FB5BACC945B4}" dt="2025-12-05T17:28:49.103" v="949" actId="26606"/>
          <ac:picMkLst>
            <pc:docMk/>
            <pc:sldMk cId="3900803714" sldId="256"/>
            <ac:picMk id="20" creationId="{4890CFF9-0FE3-3FDD-AB09-593605372811}"/>
          </ac:picMkLst>
        </pc:picChg>
        <pc:picChg chg="add del">
          <ac:chgData name="Sabrina Saiphoo" userId="c384fbdc55ec1817" providerId="LiveId" clId="{C7219627-2762-4F40-B5D0-FB5BACC945B4}" dt="2025-12-05T17:28:47.586" v="947" actId="26606"/>
          <ac:picMkLst>
            <pc:docMk/>
            <pc:sldMk cId="3900803714" sldId="256"/>
            <ac:picMk id="28" creationId="{B084A942-1A86-CA13-5CAE-54890B668437}"/>
          </ac:picMkLst>
        </pc:picChg>
        <pc:picChg chg="add del">
          <ac:chgData name="Sabrina Saiphoo" userId="c384fbdc55ec1817" providerId="LiveId" clId="{C7219627-2762-4F40-B5D0-FB5BACC945B4}" dt="2025-12-05T17:28:55.583" v="951" actId="26606"/>
          <ac:picMkLst>
            <pc:docMk/>
            <pc:sldMk cId="3900803714" sldId="256"/>
            <ac:picMk id="44" creationId="{02ECEEB5-BF39-EA5B-870B-EBE822E3C2AC}"/>
          </ac:picMkLst>
        </pc:picChg>
        <pc:picChg chg="add del mod ord">
          <ac:chgData name="Sabrina Saiphoo" userId="c384fbdc55ec1817" providerId="LiveId" clId="{C7219627-2762-4F40-B5D0-FB5BACC945B4}" dt="2025-12-05T17:37:32.487" v="990" actId="14100"/>
          <ac:picMkLst>
            <pc:docMk/>
            <pc:sldMk cId="3900803714" sldId="256"/>
            <ac:picMk id="47" creationId="{9777E510-FA33-0085-F41F-113903BD8E25}"/>
          </ac:picMkLst>
        </pc:picChg>
        <pc:picChg chg="add">
          <ac:chgData name="Sabrina Saiphoo" userId="c384fbdc55ec1817" providerId="LiveId" clId="{C7219627-2762-4F40-B5D0-FB5BACC945B4}" dt="2025-12-05T17:32:21.822" v="957"/>
          <ac:picMkLst>
            <pc:docMk/>
            <pc:sldMk cId="3900803714" sldId="256"/>
            <ac:picMk id="1026" creationId="{6838FFB3-EB55-35FF-5A88-59877D2646F9}"/>
          </ac:picMkLst>
        </pc:picChg>
        <pc:picChg chg="add mod">
          <ac:chgData name="Sabrina Saiphoo" userId="c384fbdc55ec1817" providerId="LiveId" clId="{C7219627-2762-4F40-B5D0-FB5BACC945B4}" dt="2025-12-05T17:32:29.146" v="963" actId="1076"/>
          <ac:picMkLst>
            <pc:docMk/>
            <pc:sldMk cId="3900803714" sldId="256"/>
            <ac:picMk id="1028" creationId="{1C0F014F-146F-551D-A29E-CFE6F9522889}"/>
          </ac:picMkLst>
        </pc:picChg>
        <pc:cxnChg chg="add del">
          <ac:chgData name="Sabrina Saiphoo" userId="c384fbdc55ec1817" providerId="LiveId" clId="{C7219627-2762-4F40-B5D0-FB5BACC945B4}" dt="2025-12-05T17:28:47.586" v="947" actId="26606"/>
          <ac:cxnSpMkLst>
            <pc:docMk/>
            <pc:sldMk cId="3900803714" sldId="256"/>
            <ac:cxnSpMk id="31" creationId="{61B115DB-65EB-3FC3-7284-CFDF4ADC60B6}"/>
          </ac:cxnSpMkLst>
        </pc:cxnChg>
      </pc:sldChg>
      <pc:sldChg chg="addSp delSp modSp new mod ord setBg">
        <pc:chgData name="Sabrina Saiphoo" userId="c384fbdc55ec1817" providerId="LiveId" clId="{C7219627-2762-4F40-B5D0-FB5BACC945B4}" dt="2025-12-05T20:48:17.900" v="3191" actId="113"/>
        <pc:sldMkLst>
          <pc:docMk/>
          <pc:sldMk cId="3774420809" sldId="257"/>
        </pc:sldMkLst>
        <pc:spChg chg="mod">
          <ac:chgData name="Sabrina Saiphoo" userId="c384fbdc55ec1817" providerId="LiveId" clId="{C7219627-2762-4F40-B5D0-FB5BACC945B4}" dt="2025-12-05T20:43:22.227" v="2606" actId="20577"/>
          <ac:spMkLst>
            <pc:docMk/>
            <pc:sldMk cId="3774420809" sldId="257"/>
            <ac:spMk id="2" creationId="{18A991CC-66DE-BBB0-59C5-1DF76F0E430F}"/>
          </ac:spMkLst>
        </pc:spChg>
        <pc:spChg chg="add del mod">
          <ac:chgData name="Sabrina Saiphoo" userId="c384fbdc55ec1817" providerId="LiveId" clId="{C7219627-2762-4F40-B5D0-FB5BACC945B4}" dt="2025-12-05T20:48:17.900" v="3191" actId="113"/>
          <ac:spMkLst>
            <pc:docMk/>
            <pc:sldMk cId="3774420809" sldId="257"/>
            <ac:spMk id="3" creationId="{EAAF7AEC-F6E0-CF6D-3BF5-7A0C6E1274F6}"/>
          </ac:spMkLst>
        </pc:spChg>
        <pc:spChg chg="add mod">
          <ac:chgData name="Sabrina Saiphoo" userId="c384fbdc55ec1817" providerId="LiveId" clId="{C7219627-2762-4F40-B5D0-FB5BACC945B4}" dt="2025-12-05T04:04:44.205" v="34"/>
          <ac:spMkLst>
            <pc:docMk/>
            <pc:sldMk cId="3774420809" sldId="257"/>
            <ac:spMk id="4" creationId="{53E7DB9B-8310-4747-C027-0FB3B304ED20}"/>
          </ac:spMkLst>
        </pc:spChg>
        <pc:spChg chg="add mod">
          <ac:chgData name="Sabrina Saiphoo" userId="c384fbdc55ec1817" providerId="LiveId" clId="{C7219627-2762-4F40-B5D0-FB5BACC945B4}" dt="2025-12-05T04:04:50.527" v="36"/>
          <ac:spMkLst>
            <pc:docMk/>
            <pc:sldMk cId="3774420809" sldId="257"/>
            <ac:spMk id="5" creationId="{5F5D54B3-EB33-77EC-134F-1C88D7600405}"/>
          </ac:spMkLst>
        </pc:spChg>
        <pc:spChg chg="add del">
          <ac:chgData name="Sabrina Saiphoo" userId="c384fbdc55ec1817" providerId="LiveId" clId="{C7219627-2762-4F40-B5D0-FB5BACC945B4}" dt="2025-12-05T20:43:02.198" v="2603" actId="26606"/>
          <ac:spMkLst>
            <pc:docMk/>
            <pc:sldMk cId="3774420809" sldId="257"/>
            <ac:spMk id="8" creationId="{DAF1966E-FD40-4A4A-B61B-C4DF7FA05F06}"/>
          </ac:spMkLst>
        </pc:spChg>
        <pc:spChg chg="add del">
          <ac:chgData name="Sabrina Saiphoo" userId="c384fbdc55ec1817" providerId="LiveId" clId="{C7219627-2762-4F40-B5D0-FB5BACC945B4}" dt="2025-12-05T20:43:02.198" v="2603" actId="26606"/>
          <ac:spMkLst>
            <pc:docMk/>
            <pc:sldMk cId="3774420809" sldId="257"/>
            <ac:spMk id="10" creationId="{047BFA19-D45E-416B-A404-7AF2F3F27017}"/>
          </ac:spMkLst>
        </pc:spChg>
        <pc:spChg chg="add del">
          <ac:chgData name="Sabrina Saiphoo" userId="c384fbdc55ec1817" providerId="LiveId" clId="{C7219627-2762-4F40-B5D0-FB5BACC945B4}" dt="2025-12-05T20:43:02.198" v="2603" actId="26606"/>
          <ac:spMkLst>
            <pc:docMk/>
            <pc:sldMk cId="3774420809" sldId="257"/>
            <ac:spMk id="12" creationId="{8E0105E7-23DB-4CF2-8258-FF47C7620F6E}"/>
          </ac:spMkLst>
        </pc:spChg>
        <pc:spChg chg="add del">
          <ac:chgData name="Sabrina Saiphoo" userId="c384fbdc55ec1817" providerId="LiveId" clId="{C7219627-2762-4F40-B5D0-FB5BACC945B4}" dt="2025-12-05T20:43:02.198" v="2603" actId="26606"/>
          <ac:spMkLst>
            <pc:docMk/>
            <pc:sldMk cId="3774420809" sldId="257"/>
            <ac:spMk id="14" creationId="{074B4F7D-14B2-478B-8BF5-01E4E0C5D263}"/>
          </ac:spMkLst>
        </pc:spChg>
        <pc:spChg chg="add">
          <ac:chgData name="Sabrina Saiphoo" userId="c384fbdc55ec1817" providerId="LiveId" clId="{C7219627-2762-4F40-B5D0-FB5BACC945B4}" dt="2025-12-05T20:43:02.198" v="2603" actId="26606"/>
          <ac:spMkLst>
            <pc:docMk/>
            <pc:sldMk cId="3774420809" sldId="257"/>
            <ac:spMk id="19" creationId="{1C799903-48D5-4A31-A1A2-541072D9771E}"/>
          </ac:spMkLst>
        </pc:spChg>
        <pc:spChg chg="add">
          <ac:chgData name="Sabrina Saiphoo" userId="c384fbdc55ec1817" providerId="LiveId" clId="{C7219627-2762-4F40-B5D0-FB5BACC945B4}" dt="2025-12-05T20:43:02.198" v="2603" actId="26606"/>
          <ac:spMkLst>
            <pc:docMk/>
            <pc:sldMk cId="3774420809" sldId="257"/>
            <ac:spMk id="21" creationId="{8EFFF109-FC58-4FD3-BE05-9775A1310F55}"/>
          </ac:spMkLst>
        </pc:spChg>
        <pc:spChg chg="add">
          <ac:chgData name="Sabrina Saiphoo" userId="c384fbdc55ec1817" providerId="LiveId" clId="{C7219627-2762-4F40-B5D0-FB5BACC945B4}" dt="2025-12-05T20:43:02.198" v="2603" actId="26606"/>
          <ac:spMkLst>
            <pc:docMk/>
            <pc:sldMk cId="3774420809" sldId="257"/>
            <ac:spMk id="23" creationId="{E1B96AD6-92A9-4273-A62B-96A1C3E0BA95}"/>
          </ac:spMkLst>
        </pc:spChg>
        <pc:spChg chg="add">
          <ac:chgData name="Sabrina Saiphoo" userId="c384fbdc55ec1817" providerId="LiveId" clId="{C7219627-2762-4F40-B5D0-FB5BACC945B4}" dt="2025-12-05T20:43:02.198" v="2603" actId="26606"/>
          <ac:spMkLst>
            <pc:docMk/>
            <pc:sldMk cId="3774420809" sldId="257"/>
            <ac:spMk id="25" creationId="{463EEC44-1BA3-44ED-81FC-A644B04B2A44}"/>
          </ac:spMkLst>
        </pc:spChg>
      </pc:sldChg>
      <pc:sldChg chg="addSp delSp modSp new mod setBg">
        <pc:chgData name="Sabrina Saiphoo" userId="c384fbdc55ec1817" providerId="LiveId" clId="{C7219627-2762-4F40-B5D0-FB5BACC945B4}" dt="2025-12-05T22:04:15.207" v="6176" actId="255"/>
        <pc:sldMkLst>
          <pc:docMk/>
          <pc:sldMk cId="1562785195" sldId="258"/>
        </pc:sldMkLst>
        <pc:spChg chg="mod">
          <ac:chgData name="Sabrina Saiphoo" userId="c384fbdc55ec1817" providerId="LiveId" clId="{C7219627-2762-4F40-B5D0-FB5BACC945B4}" dt="2025-12-05T20:59:22.561" v="3353" actId="26606"/>
          <ac:spMkLst>
            <pc:docMk/>
            <pc:sldMk cId="1562785195" sldId="258"/>
            <ac:spMk id="2" creationId="{FB81506D-A03F-FB45-ABE0-699B684C5D06}"/>
          </ac:spMkLst>
        </pc:spChg>
        <pc:spChg chg="del mod">
          <ac:chgData name="Sabrina Saiphoo" userId="c384fbdc55ec1817" providerId="LiveId" clId="{C7219627-2762-4F40-B5D0-FB5BACC945B4}" dt="2025-12-05T20:57:20.717" v="3350" actId="26606"/>
          <ac:spMkLst>
            <pc:docMk/>
            <pc:sldMk cId="1562785195" sldId="258"/>
            <ac:spMk id="3" creationId="{CF530968-FBBB-275D-311B-50F20A251D33}"/>
          </ac:spMkLst>
        </pc:spChg>
        <pc:spChg chg="add del">
          <ac:chgData name="Sabrina Saiphoo" userId="c384fbdc55ec1817" providerId="LiveId" clId="{C7219627-2762-4F40-B5D0-FB5BACC945B4}" dt="2025-12-05T20:57:20.717" v="3350" actId="26606"/>
          <ac:spMkLst>
            <pc:docMk/>
            <pc:sldMk cId="1562785195" sldId="258"/>
            <ac:spMk id="8" creationId="{DAF1966E-FD40-4A4A-B61B-C4DF7FA05F06}"/>
          </ac:spMkLst>
        </pc:spChg>
        <pc:spChg chg="add del">
          <ac:chgData name="Sabrina Saiphoo" userId="c384fbdc55ec1817" providerId="LiveId" clId="{C7219627-2762-4F40-B5D0-FB5BACC945B4}" dt="2025-12-05T20:57:20.717" v="3350" actId="26606"/>
          <ac:spMkLst>
            <pc:docMk/>
            <pc:sldMk cId="1562785195" sldId="258"/>
            <ac:spMk id="10" creationId="{047BFA19-D45E-416B-A404-7AF2F3F27017}"/>
          </ac:spMkLst>
        </pc:spChg>
        <pc:spChg chg="add del">
          <ac:chgData name="Sabrina Saiphoo" userId="c384fbdc55ec1817" providerId="LiveId" clId="{C7219627-2762-4F40-B5D0-FB5BACC945B4}" dt="2025-12-05T20:57:20.717" v="3350" actId="26606"/>
          <ac:spMkLst>
            <pc:docMk/>
            <pc:sldMk cId="1562785195" sldId="258"/>
            <ac:spMk id="12" creationId="{8E0105E7-23DB-4CF2-8258-FF47C7620F6E}"/>
          </ac:spMkLst>
        </pc:spChg>
        <pc:spChg chg="add del">
          <ac:chgData name="Sabrina Saiphoo" userId="c384fbdc55ec1817" providerId="LiveId" clId="{C7219627-2762-4F40-B5D0-FB5BACC945B4}" dt="2025-12-05T20:57:20.717" v="3350" actId="26606"/>
          <ac:spMkLst>
            <pc:docMk/>
            <pc:sldMk cId="1562785195" sldId="258"/>
            <ac:spMk id="14" creationId="{074B4F7D-14B2-478B-8BF5-01E4E0C5D263}"/>
          </ac:spMkLst>
        </pc:spChg>
        <pc:spChg chg="add del">
          <ac:chgData name="Sabrina Saiphoo" userId="c384fbdc55ec1817" providerId="LiveId" clId="{C7219627-2762-4F40-B5D0-FB5BACC945B4}" dt="2025-12-05T20:59:22.561" v="3353" actId="26606"/>
          <ac:spMkLst>
            <pc:docMk/>
            <pc:sldMk cId="1562785195" sldId="258"/>
            <ac:spMk id="20" creationId="{7517A47C-B2E5-4B79-8061-D74B1311AF6E}"/>
          </ac:spMkLst>
        </pc:spChg>
        <pc:spChg chg="add del">
          <ac:chgData name="Sabrina Saiphoo" userId="c384fbdc55ec1817" providerId="LiveId" clId="{C7219627-2762-4F40-B5D0-FB5BACC945B4}" dt="2025-12-05T20:59:22.561" v="3353" actId="26606"/>
          <ac:spMkLst>
            <pc:docMk/>
            <pc:sldMk cId="1562785195" sldId="258"/>
            <ac:spMk id="22" creationId="{C505E780-2083-4CB5-A42A-5E0E2908ECC3}"/>
          </ac:spMkLst>
        </pc:spChg>
        <pc:spChg chg="add del">
          <ac:chgData name="Sabrina Saiphoo" userId="c384fbdc55ec1817" providerId="LiveId" clId="{C7219627-2762-4F40-B5D0-FB5BACC945B4}" dt="2025-12-05T20:59:22.561" v="3353" actId="26606"/>
          <ac:spMkLst>
            <pc:docMk/>
            <pc:sldMk cId="1562785195" sldId="258"/>
            <ac:spMk id="24" creationId="{D2C0AE1C-0118-41AE-8A10-7CDCBF10E96F}"/>
          </ac:spMkLst>
        </pc:spChg>
        <pc:spChg chg="add del">
          <ac:chgData name="Sabrina Saiphoo" userId="c384fbdc55ec1817" providerId="LiveId" clId="{C7219627-2762-4F40-B5D0-FB5BACC945B4}" dt="2025-12-05T20:59:22.561" v="3353" actId="26606"/>
          <ac:spMkLst>
            <pc:docMk/>
            <pc:sldMk cId="1562785195" sldId="258"/>
            <ac:spMk id="26" creationId="{463EEC44-1BA3-44ED-81FC-A644B04B2A44}"/>
          </ac:spMkLst>
        </pc:spChg>
        <pc:spChg chg="add del">
          <ac:chgData name="Sabrina Saiphoo" userId="c384fbdc55ec1817" providerId="LiveId" clId="{C7219627-2762-4F40-B5D0-FB5BACC945B4}" dt="2025-12-05T20:59:22.561" v="3353" actId="26606"/>
          <ac:spMkLst>
            <pc:docMk/>
            <pc:sldMk cId="1562785195" sldId="258"/>
            <ac:spMk id="31" creationId="{6D1A2CED-DA9B-4CCF-8215-CFC65FE71603}"/>
          </ac:spMkLst>
        </pc:spChg>
        <pc:spChg chg="add del">
          <ac:chgData name="Sabrina Saiphoo" userId="c384fbdc55ec1817" providerId="LiveId" clId="{C7219627-2762-4F40-B5D0-FB5BACC945B4}" dt="2025-12-05T20:59:22.561" v="3353" actId="26606"/>
          <ac:spMkLst>
            <pc:docMk/>
            <pc:sldMk cId="1562785195" sldId="258"/>
            <ac:spMk id="33" creationId="{562DFC44-A40C-4573-9230-B3EDB3EC8EEB}"/>
          </ac:spMkLst>
        </pc:spChg>
        <pc:spChg chg="add del">
          <ac:chgData name="Sabrina Saiphoo" userId="c384fbdc55ec1817" providerId="LiveId" clId="{C7219627-2762-4F40-B5D0-FB5BACC945B4}" dt="2025-12-05T20:59:22.561" v="3353" actId="26606"/>
          <ac:spMkLst>
            <pc:docMk/>
            <pc:sldMk cId="1562785195" sldId="258"/>
            <ac:spMk id="35" creationId="{15589D35-CF9F-4DE9-A792-8571A09E9BC9}"/>
          </ac:spMkLst>
        </pc:spChg>
        <pc:graphicFrameChg chg="mod modGraphic">
          <ac:chgData name="Sabrina Saiphoo" userId="c384fbdc55ec1817" providerId="LiveId" clId="{C7219627-2762-4F40-B5D0-FB5BACC945B4}" dt="2025-12-05T22:04:15.207" v="6176" actId="255"/>
          <ac:graphicFrameMkLst>
            <pc:docMk/>
            <pc:sldMk cId="1562785195" sldId="258"/>
            <ac:graphicFrameMk id="16" creationId="{919420CF-4B94-D16F-B710-F8E4432A61C3}"/>
          </ac:graphicFrameMkLst>
        </pc:graphicFrameChg>
        <pc:picChg chg="add mod">
          <ac:chgData name="Sabrina Saiphoo" userId="c384fbdc55ec1817" providerId="LiveId" clId="{C7219627-2762-4F40-B5D0-FB5BACC945B4}" dt="2025-12-05T21:01:14.876" v="3363"/>
          <ac:picMkLst>
            <pc:docMk/>
            <pc:sldMk cId="1562785195" sldId="258"/>
            <ac:picMk id="5" creationId="{DA5BCD47-B1D7-3E4B-0316-486D8F662FFF}"/>
          </ac:picMkLst>
        </pc:picChg>
      </pc:sldChg>
      <pc:sldChg chg="addSp delSp modSp new mod setBg">
        <pc:chgData name="Sabrina Saiphoo" userId="c384fbdc55ec1817" providerId="LiveId" clId="{C7219627-2762-4F40-B5D0-FB5BACC945B4}" dt="2025-12-05T21:54:42.864" v="5629" actId="20577"/>
        <pc:sldMkLst>
          <pc:docMk/>
          <pc:sldMk cId="2006350347" sldId="259"/>
        </pc:sldMkLst>
        <pc:spChg chg="mod">
          <ac:chgData name="Sabrina Saiphoo" userId="c384fbdc55ec1817" providerId="LiveId" clId="{C7219627-2762-4F40-B5D0-FB5BACC945B4}" dt="2025-12-05T21:54:42.864" v="5629" actId="20577"/>
          <ac:spMkLst>
            <pc:docMk/>
            <pc:sldMk cId="2006350347" sldId="259"/>
            <ac:spMk id="2" creationId="{8390770F-47C4-A1A6-1FA2-74C722B04C02}"/>
          </ac:spMkLst>
        </pc:spChg>
        <pc:spChg chg="del">
          <ac:chgData name="Sabrina Saiphoo" userId="c384fbdc55ec1817" providerId="LiveId" clId="{C7219627-2762-4F40-B5D0-FB5BACC945B4}" dt="2025-12-05T04:19:00.293" v="61" actId="931"/>
          <ac:spMkLst>
            <pc:docMk/>
            <pc:sldMk cId="2006350347" sldId="259"/>
            <ac:spMk id="3" creationId="{0E8F32EB-23EF-9B12-D901-6FF02FA4F35F}"/>
          </ac:spMkLst>
        </pc:spChg>
        <pc:spChg chg="add del mod">
          <ac:chgData name="Sabrina Saiphoo" userId="c384fbdc55ec1817" providerId="LiveId" clId="{C7219627-2762-4F40-B5D0-FB5BACC945B4}" dt="2025-12-05T05:09:59.312" v="267"/>
          <ac:spMkLst>
            <pc:docMk/>
            <pc:sldMk cId="2006350347" sldId="259"/>
            <ac:spMk id="4" creationId="{91CBBAAB-CE54-C9A2-6C7E-10EE3D869C0E}"/>
          </ac:spMkLst>
        </pc:spChg>
        <pc:spChg chg="add del mod">
          <ac:chgData name="Sabrina Saiphoo" userId="c384fbdc55ec1817" providerId="LiveId" clId="{C7219627-2762-4F40-B5D0-FB5BACC945B4}" dt="2025-12-05T04:44:15.086" v="261"/>
          <ac:spMkLst>
            <pc:docMk/>
            <pc:sldMk cId="2006350347" sldId="259"/>
            <ac:spMk id="7" creationId="{F498FD9B-9118-B951-2FD8-95C16DD5056E}"/>
          </ac:spMkLst>
        </pc:spChg>
        <pc:spChg chg="add del">
          <ac:chgData name="Sabrina Saiphoo" userId="c384fbdc55ec1817" providerId="LiveId" clId="{C7219627-2762-4F40-B5D0-FB5BACC945B4}" dt="2025-12-05T05:12:03.245" v="302" actId="26606"/>
          <ac:spMkLst>
            <pc:docMk/>
            <pc:sldMk cId="2006350347" sldId="259"/>
            <ac:spMk id="11" creationId="{665DBBEF-238B-476B-96AB-8AAC3224ECEA}"/>
          </ac:spMkLst>
        </pc:spChg>
        <pc:spChg chg="add del">
          <ac:chgData name="Sabrina Saiphoo" userId="c384fbdc55ec1817" providerId="LiveId" clId="{C7219627-2762-4F40-B5D0-FB5BACC945B4}" dt="2025-12-05T05:12:03.245" v="302" actId="26606"/>
          <ac:spMkLst>
            <pc:docMk/>
            <pc:sldMk cId="2006350347" sldId="259"/>
            <ac:spMk id="13" creationId="{3FCFB1DE-0B7E-48CC-BA90-B2AB0889F9D6}"/>
          </ac:spMkLst>
        </pc:spChg>
        <pc:spChg chg="add">
          <ac:chgData name="Sabrina Saiphoo" userId="c384fbdc55ec1817" providerId="LiveId" clId="{C7219627-2762-4F40-B5D0-FB5BACC945B4}" dt="2025-12-05T05:12:03.245" v="302" actId="26606"/>
          <ac:spMkLst>
            <pc:docMk/>
            <pc:sldMk cId="2006350347" sldId="259"/>
            <ac:spMk id="18" creationId="{68AF5748-FED8-45BA-8631-26D1D10F3246}"/>
          </ac:spMkLst>
        </pc:spChg>
        <pc:spChg chg="add">
          <ac:chgData name="Sabrina Saiphoo" userId="c384fbdc55ec1817" providerId="LiveId" clId="{C7219627-2762-4F40-B5D0-FB5BACC945B4}" dt="2025-12-05T05:12:03.245" v="302" actId="26606"/>
          <ac:spMkLst>
            <pc:docMk/>
            <pc:sldMk cId="2006350347" sldId="259"/>
            <ac:spMk id="20" creationId="{AF2F604E-43BE-4DC3-B983-E071523364F8}"/>
          </ac:spMkLst>
        </pc:spChg>
        <pc:spChg chg="add">
          <ac:chgData name="Sabrina Saiphoo" userId="c384fbdc55ec1817" providerId="LiveId" clId="{C7219627-2762-4F40-B5D0-FB5BACC945B4}" dt="2025-12-05T05:12:03.245" v="302" actId="26606"/>
          <ac:spMkLst>
            <pc:docMk/>
            <pc:sldMk cId="2006350347" sldId="259"/>
            <ac:spMk id="22" creationId="{08C9B587-E65E-4B52-B37C-ABEBB6E87928}"/>
          </ac:spMkLst>
        </pc:spChg>
        <pc:picChg chg="add del mod">
          <ac:chgData name="Sabrina Saiphoo" userId="c384fbdc55ec1817" providerId="LiveId" clId="{C7219627-2762-4F40-B5D0-FB5BACC945B4}" dt="2025-12-05T04:26:52.454" v="111" actId="478"/>
          <ac:picMkLst>
            <pc:docMk/>
            <pc:sldMk cId="2006350347" sldId="259"/>
            <ac:picMk id="5" creationId="{2AF0C74C-60C9-7B60-D12D-A9974575FE10}"/>
          </ac:picMkLst>
        </pc:picChg>
        <pc:picChg chg="add mod">
          <ac:chgData name="Sabrina Saiphoo" userId="c384fbdc55ec1817" providerId="LiveId" clId="{C7219627-2762-4F40-B5D0-FB5BACC945B4}" dt="2025-12-05T05:12:03.245" v="302" actId="26606"/>
          <ac:picMkLst>
            <pc:docMk/>
            <pc:sldMk cId="2006350347" sldId="259"/>
            <ac:picMk id="6" creationId="{C0B9DBBF-5366-1389-ED0C-AC6C0CDEB959}"/>
          </ac:picMkLst>
        </pc:picChg>
        <pc:picChg chg="add del mod">
          <ac:chgData name="Sabrina Saiphoo" userId="c384fbdc55ec1817" providerId="LiveId" clId="{C7219627-2762-4F40-B5D0-FB5BACC945B4}" dt="2025-12-05T05:09:44.648" v="266" actId="478"/>
          <ac:picMkLst>
            <pc:docMk/>
            <pc:sldMk cId="2006350347" sldId="259"/>
            <ac:picMk id="9" creationId="{236A99C1-5586-B223-CBC0-C498AAFC72D6}"/>
          </ac:picMkLst>
        </pc:picChg>
      </pc:sldChg>
      <pc:sldChg chg="addSp delSp modSp new mod setBg">
        <pc:chgData name="Sabrina Saiphoo" userId="c384fbdc55ec1817" providerId="LiveId" clId="{C7219627-2762-4F40-B5D0-FB5BACC945B4}" dt="2025-12-05T21:54:40.094" v="5625" actId="20577"/>
        <pc:sldMkLst>
          <pc:docMk/>
          <pc:sldMk cId="2571068111" sldId="260"/>
        </pc:sldMkLst>
        <pc:spChg chg="mod">
          <ac:chgData name="Sabrina Saiphoo" userId="c384fbdc55ec1817" providerId="LiveId" clId="{C7219627-2762-4F40-B5D0-FB5BACC945B4}" dt="2025-12-05T21:54:40.094" v="5625" actId="20577"/>
          <ac:spMkLst>
            <pc:docMk/>
            <pc:sldMk cId="2571068111" sldId="260"/>
            <ac:spMk id="2" creationId="{6D7D140F-45E0-7AF3-DE96-A41A71125275}"/>
          </ac:spMkLst>
        </pc:spChg>
        <pc:spChg chg="del">
          <ac:chgData name="Sabrina Saiphoo" userId="c384fbdc55ec1817" providerId="LiveId" clId="{C7219627-2762-4F40-B5D0-FB5BACC945B4}" dt="2025-12-05T04:26:28.888" v="108" actId="931"/>
          <ac:spMkLst>
            <pc:docMk/>
            <pc:sldMk cId="2571068111" sldId="260"/>
            <ac:spMk id="3" creationId="{2B6E11EB-13AB-7A60-F7ED-FE8D82A3D34C}"/>
          </ac:spMkLst>
        </pc:spChg>
        <pc:spChg chg="add del mod">
          <ac:chgData name="Sabrina Saiphoo" userId="c384fbdc55ec1817" providerId="LiveId" clId="{C7219627-2762-4F40-B5D0-FB5BACC945B4}" dt="2025-12-05T05:10:05.284" v="270"/>
          <ac:spMkLst>
            <pc:docMk/>
            <pc:sldMk cId="2571068111" sldId="260"/>
            <ac:spMk id="7" creationId="{5559CD8B-1923-3EA4-1604-000332616E15}"/>
          </ac:spMkLst>
        </pc:spChg>
        <pc:spChg chg="add del">
          <ac:chgData name="Sabrina Saiphoo" userId="c384fbdc55ec1817" providerId="LiveId" clId="{C7219627-2762-4F40-B5D0-FB5BACC945B4}" dt="2025-12-05T05:12:06.247" v="303" actId="26606"/>
          <ac:spMkLst>
            <pc:docMk/>
            <pc:sldMk cId="2571068111" sldId="260"/>
            <ac:spMk id="9" creationId="{665DBBEF-238B-476B-96AB-8AAC3224ECEA}"/>
          </ac:spMkLst>
        </pc:spChg>
        <pc:spChg chg="add del">
          <ac:chgData name="Sabrina Saiphoo" userId="c384fbdc55ec1817" providerId="LiveId" clId="{C7219627-2762-4F40-B5D0-FB5BACC945B4}" dt="2025-12-05T05:12:06.247" v="303" actId="26606"/>
          <ac:spMkLst>
            <pc:docMk/>
            <pc:sldMk cId="2571068111" sldId="260"/>
            <ac:spMk id="11" creationId="{3FCFB1DE-0B7E-48CC-BA90-B2AB0889F9D6}"/>
          </ac:spMkLst>
        </pc:spChg>
        <pc:spChg chg="add">
          <ac:chgData name="Sabrina Saiphoo" userId="c384fbdc55ec1817" providerId="LiveId" clId="{C7219627-2762-4F40-B5D0-FB5BACC945B4}" dt="2025-12-05T05:12:06.247" v="303" actId="26606"/>
          <ac:spMkLst>
            <pc:docMk/>
            <pc:sldMk cId="2571068111" sldId="260"/>
            <ac:spMk id="16" creationId="{68AF5748-FED8-45BA-8631-26D1D10F3246}"/>
          </ac:spMkLst>
        </pc:spChg>
        <pc:spChg chg="add">
          <ac:chgData name="Sabrina Saiphoo" userId="c384fbdc55ec1817" providerId="LiveId" clId="{C7219627-2762-4F40-B5D0-FB5BACC945B4}" dt="2025-12-05T05:12:06.247" v="303" actId="26606"/>
          <ac:spMkLst>
            <pc:docMk/>
            <pc:sldMk cId="2571068111" sldId="260"/>
            <ac:spMk id="18" creationId="{AF2F604E-43BE-4DC3-B983-E071523364F8}"/>
          </ac:spMkLst>
        </pc:spChg>
        <pc:spChg chg="add">
          <ac:chgData name="Sabrina Saiphoo" userId="c384fbdc55ec1817" providerId="LiveId" clId="{C7219627-2762-4F40-B5D0-FB5BACC945B4}" dt="2025-12-05T05:12:06.247" v="303" actId="26606"/>
          <ac:spMkLst>
            <pc:docMk/>
            <pc:sldMk cId="2571068111" sldId="260"/>
            <ac:spMk id="20" creationId="{08C9B587-E65E-4B52-B37C-ABEBB6E87928}"/>
          </ac:spMkLst>
        </pc:spChg>
        <pc:picChg chg="add mod">
          <ac:chgData name="Sabrina Saiphoo" userId="c384fbdc55ec1817" providerId="LiveId" clId="{C7219627-2762-4F40-B5D0-FB5BACC945B4}" dt="2025-12-05T05:12:06.247" v="303" actId="26606"/>
          <ac:picMkLst>
            <pc:docMk/>
            <pc:sldMk cId="2571068111" sldId="260"/>
            <ac:picMk id="4" creationId="{25720D99-0272-52A3-204C-9A304F3383A7}"/>
          </ac:picMkLst>
        </pc:picChg>
        <pc:picChg chg="add del mod">
          <ac:chgData name="Sabrina Saiphoo" userId="c384fbdc55ec1817" providerId="LiveId" clId="{C7219627-2762-4F40-B5D0-FB5BACC945B4}" dt="2025-12-05T04:26:55.035" v="112" actId="478"/>
          <ac:picMkLst>
            <pc:docMk/>
            <pc:sldMk cId="2571068111" sldId="260"/>
            <ac:picMk id="5" creationId="{7A287A1F-4F47-85A0-7914-9E197765948F}"/>
          </ac:picMkLst>
        </pc:picChg>
      </pc:sldChg>
      <pc:sldChg chg="addSp delSp modSp new mod setBg">
        <pc:chgData name="Sabrina Saiphoo" userId="c384fbdc55ec1817" providerId="LiveId" clId="{C7219627-2762-4F40-B5D0-FB5BACC945B4}" dt="2025-12-05T22:22:09.677" v="6790" actId="20577"/>
        <pc:sldMkLst>
          <pc:docMk/>
          <pc:sldMk cId="721873184" sldId="261"/>
        </pc:sldMkLst>
        <pc:spChg chg="mod">
          <ac:chgData name="Sabrina Saiphoo" userId="c384fbdc55ec1817" providerId="LiveId" clId="{C7219627-2762-4F40-B5D0-FB5BACC945B4}" dt="2025-12-05T22:22:09.677" v="6790" actId="20577"/>
          <ac:spMkLst>
            <pc:docMk/>
            <pc:sldMk cId="721873184" sldId="261"/>
            <ac:spMk id="2" creationId="{6633B26C-766D-D96B-659C-D582DE3DFE88}"/>
          </ac:spMkLst>
        </pc:spChg>
        <pc:spChg chg="del">
          <ac:chgData name="Sabrina Saiphoo" userId="c384fbdc55ec1817" providerId="LiveId" clId="{C7219627-2762-4F40-B5D0-FB5BACC945B4}" dt="2025-12-05T04:28:04.846" v="164" actId="931"/>
          <ac:spMkLst>
            <pc:docMk/>
            <pc:sldMk cId="721873184" sldId="261"/>
            <ac:spMk id="3" creationId="{972CBC7D-8BBE-721D-A01A-A6EDFAB5D775}"/>
          </ac:spMkLst>
        </pc:spChg>
        <pc:spChg chg="add del mod">
          <ac:chgData name="Sabrina Saiphoo" userId="c384fbdc55ec1817" providerId="LiveId" clId="{C7219627-2762-4F40-B5D0-FB5BACC945B4}" dt="2025-12-05T05:10:10.300" v="272"/>
          <ac:spMkLst>
            <pc:docMk/>
            <pc:sldMk cId="721873184" sldId="261"/>
            <ac:spMk id="7" creationId="{53683359-93D0-6B5F-0C3E-452D7FB09ECC}"/>
          </ac:spMkLst>
        </pc:spChg>
        <pc:spChg chg="add del">
          <ac:chgData name="Sabrina Saiphoo" userId="c384fbdc55ec1817" providerId="LiveId" clId="{C7219627-2762-4F40-B5D0-FB5BACC945B4}" dt="2025-12-05T05:12:09.605" v="304" actId="26606"/>
          <ac:spMkLst>
            <pc:docMk/>
            <pc:sldMk cId="721873184" sldId="261"/>
            <ac:spMk id="9" creationId="{665DBBEF-238B-476B-96AB-8AAC3224ECEA}"/>
          </ac:spMkLst>
        </pc:spChg>
        <pc:spChg chg="add del">
          <ac:chgData name="Sabrina Saiphoo" userId="c384fbdc55ec1817" providerId="LiveId" clId="{C7219627-2762-4F40-B5D0-FB5BACC945B4}" dt="2025-12-05T05:12:09.605" v="304" actId="26606"/>
          <ac:spMkLst>
            <pc:docMk/>
            <pc:sldMk cId="721873184" sldId="261"/>
            <ac:spMk id="11" creationId="{3FCFB1DE-0B7E-48CC-BA90-B2AB0889F9D6}"/>
          </ac:spMkLst>
        </pc:spChg>
        <pc:spChg chg="add">
          <ac:chgData name="Sabrina Saiphoo" userId="c384fbdc55ec1817" providerId="LiveId" clId="{C7219627-2762-4F40-B5D0-FB5BACC945B4}" dt="2025-12-05T05:12:09.605" v="304" actId="26606"/>
          <ac:spMkLst>
            <pc:docMk/>
            <pc:sldMk cId="721873184" sldId="261"/>
            <ac:spMk id="16" creationId="{68AF5748-FED8-45BA-8631-26D1D10F3246}"/>
          </ac:spMkLst>
        </pc:spChg>
        <pc:spChg chg="add">
          <ac:chgData name="Sabrina Saiphoo" userId="c384fbdc55ec1817" providerId="LiveId" clId="{C7219627-2762-4F40-B5D0-FB5BACC945B4}" dt="2025-12-05T05:12:09.605" v="304" actId="26606"/>
          <ac:spMkLst>
            <pc:docMk/>
            <pc:sldMk cId="721873184" sldId="261"/>
            <ac:spMk id="18" creationId="{AF2F604E-43BE-4DC3-B983-E071523364F8}"/>
          </ac:spMkLst>
        </pc:spChg>
        <pc:spChg chg="add">
          <ac:chgData name="Sabrina Saiphoo" userId="c384fbdc55ec1817" providerId="LiveId" clId="{C7219627-2762-4F40-B5D0-FB5BACC945B4}" dt="2025-12-05T05:12:09.605" v="304" actId="26606"/>
          <ac:spMkLst>
            <pc:docMk/>
            <pc:sldMk cId="721873184" sldId="261"/>
            <ac:spMk id="20" creationId="{08C9B587-E65E-4B52-B37C-ABEBB6E87928}"/>
          </ac:spMkLst>
        </pc:spChg>
        <pc:picChg chg="add mod">
          <ac:chgData name="Sabrina Saiphoo" userId="c384fbdc55ec1817" providerId="LiveId" clId="{C7219627-2762-4F40-B5D0-FB5BACC945B4}" dt="2025-12-05T05:12:09.605" v="304" actId="26606"/>
          <ac:picMkLst>
            <pc:docMk/>
            <pc:sldMk cId="721873184" sldId="261"/>
            <ac:picMk id="4" creationId="{A88D4708-CD6F-B152-141B-708A63023DC3}"/>
          </ac:picMkLst>
        </pc:picChg>
        <pc:picChg chg="add del mod">
          <ac:chgData name="Sabrina Saiphoo" userId="c384fbdc55ec1817" providerId="LiveId" clId="{C7219627-2762-4F40-B5D0-FB5BACC945B4}" dt="2025-12-05T04:28:18.833" v="171" actId="478"/>
          <ac:picMkLst>
            <pc:docMk/>
            <pc:sldMk cId="721873184" sldId="261"/>
            <ac:picMk id="5" creationId="{D41B02AE-D7FA-CA3F-9472-F616D9B00D20}"/>
          </ac:picMkLst>
        </pc:picChg>
      </pc:sldChg>
      <pc:sldChg chg="addSp delSp modSp add mod setBg">
        <pc:chgData name="Sabrina Saiphoo" userId="c384fbdc55ec1817" providerId="LiveId" clId="{C7219627-2762-4F40-B5D0-FB5BACC945B4}" dt="2025-12-05T22:22:34.307" v="6801" actId="20577"/>
        <pc:sldMkLst>
          <pc:docMk/>
          <pc:sldMk cId="1614155236" sldId="262"/>
        </pc:sldMkLst>
        <pc:spChg chg="mod">
          <ac:chgData name="Sabrina Saiphoo" userId="c384fbdc55ec1817" providerId="LiveId" clId="{C7219627-2762-4F40-B5D0-FB5BACC945B4}" dt="2025-12-05T22:22:34.307" v="6801" actId="20577"/>
          <ac:spMkLst>
            <pc:docMk/>
            <pc:sldMk cId="1614155236" sldId="262"/>
            <ac:spMk id="2" creationId="{F9586A67-2A06-FD07-F282-8990DB42C684}"/>
          </ac:spMkLst>
        </pc:spChg>
        <pc:spChg chg="del">
          <ac:chgData name="Sabrina Saiphoo" userId="c384fbdc55ec1817" providerId="LiveId" clId="{C7219627-2762-4F40-B5D0-FB5BACC945B4}" dt="2025-12-05T05:10:14.379" v="275"/>
          <ac:spMkLst>
            <pc:docMk/>
            <pc:sldMk cId="1614155236" sldId="262"/>
            <ac:spMk id="7" creationId="{6217E57D-15CB-69C8-01DE-9170D3075E5F}"/>
          </ac:spMkLst>
        </pc:spChg>
        <pc:spChg chg="add del">
          <ac:chgData name="Sabrina Saiphoo" userId="c384fbdc55ec1817" providerId="LiveId" clId="{C7219627-2762-4F40-B5D0-FB5BACC945B4}" dt="2025-12-05T05:11:56.337" v="298" actId="26606"/>
          <ac:spMkLst>
            <pc:docMk/>
            <pc:sldMk cId="1614155236" sldId="262"/>
            <ac:spMk id="9" creationId="{68AF5748-FED8-45BA-8631-26D1D10F3246}"/>
          </ac:spMkLst>
        </pc:spChg>
        <pc:spChg chg="add del">
          <ac:chgData name="Sabrina Saiphoo" userId="c384fbdc55ec1817" providerId="LiveId" clId="{C7219627-2762-4F40-B5D0-FB5BACC945B4}" dt="2025-12-05T05:11:56.337" v="298" actId="26606"/>
          <ac:spMkLst>
            <pc:docMk/>
            <pc:sldMk cId="1614155236" sldId="262"/>
            <ac:spMk id="11" creationId="{AF2F604E-43BE-4DC3-B983-E071523364F8}"/>
          </ac:spMkLst>
        </pc:spChg>
        <pc:spChg chg="add del">
          <ac:chgData name="Sabrina Saiphoo" userId="c384fbdc55ec1817" providerId="LiveId" clId="{C7219627-2762-4F40-B5D0-FB5BACC945B4}" dt="2025-12-05T05:11:56.337" v="298" actId="26606"/>
          <ac:spMkLst>
            <pc:docMk/>
            <pc:sldMk cId="1614155236" sldId="262"/>
            <ac:spMk id="13" creationId="{08C9B587-E65E-4B52-B37C-ABEBB6E87928}"/>
          </ac:spMkLst>
        </pc:spChg>
        <pc:spChg chg="add del">
          <ac:chgData name="Sabrina Saiphoo" userId="c384fbdc55ec1817" providerId="LiveId" clId="{C7219627-2762-4F40-B5D0-FB5BACC945B4}" dt="2025-12-05T05:11:58.253" v="300" actId="26606"/>
          <ac:spMkLst>
            <pc:docMk/>
            <pc:sldMk cId="1614155236" sldId="262"/>
            <ac:spMk id="15" creationId="{665DBBEF-238B-476B-96AB-8AAC3224ECEA}"/>
          </ac:spMkLst>
        </pc:spChg>
        <pc:spChg chg="add del">
          <ac:chgData name="Sabrina Saiphoo" userId="c384fbdc55ec1817" providerId="LiveId" clId="{C7219627-2762-4F40-B5D0-FB5BACC945B4}" dt="2025-12-05T05:11:58.253" v="300" actId="26606"/>
          <ac:spMkLst>
            <pc:docMk/>
            <pc:sldMk cId="1614155236" sldId="262"/>
            <ac:spMk id="16" creationId="{3FCFB1DE-0B7E-48CC-BA90-B2AB0889F9D6}"/>
          </ac:spMkLst>
        </pc:spChg>
        <pc:spChg chg="add">
          <ac:chgData name="Sabrina Saiphoo" userId="c384fbdc55ec1817" providerId="LiveId" clId="{C7219627-2762-4F40-B5D0-FB5BACC945B4}" dt="2025-12-05T05:11:58.284" v="301" actId="26606"/>
          <ac:spMkLst>
            <pc:docMk/>
            <pc:sldMk cId="1614155236" sldId="262"/>
            <ac:spMk id="18" creationId="{68AF5748-FED8-45BA-8631-26D1D10F3246}"/>
          </ac:spMkLst>
        </pc:spChg>
        <pc:spChg chg="add">
          <ac:chgData name="Sabrina Saiphoo" userId="c384fbdc55ec1817" providerId="LiveId" clId="{C7219627-2762-4F40-B5D0-FB5BACC945B4}" dt="2025-12-05T05:11:58.284" v="301" actId="26606"/>
          <ac:spMkLst>
            <pc:docMk/>
            <pc:sldMk cId="1614155236" sldId="262"/>
            <ac:spMk id="19" creationId="{AF2F604E-43BE-4DC3-B983-E071523364F8}"/>
          </ac:spMkLst>
        </pc:spChg>
        <pc:spChg chg="add">
          <ac:chgData name="Sabrina Saiphoo" userId="c384fbdc55ec1817" providerId="LiveId" clId="{C7219627-2762-4F40-B5D0-FB5BACC945B4}" dt="2025-12-05T05:11:58.284" v="301" actId="26606"/>
          <ac:spMkLst>
            <pc:docMk/>
            <pc:sldMk cId="1614155236" sldId="262"/>
            <ac:spMk id="20" creationId="{08C9B587-E65E-4B52-B37C-ABEBB6E87928}"/>
          </ac:spMkLst>
        </pc:spChg>
        <pc:picChg chg="add mod">
          <ac:chgData name="Sabrina Saiphoo" userId="c384fbdc55ec1817" providerId="LiveId" clId="{C7219627-2762-4F40-B5D0-FB5BACC945B4}" dt="2025-12-05T05:11:58.284" v="301" actId="26606"/>
          <ac:picMkLst>
            <pc:docMk/>
            <pc:sldMk cId="1614155236" sldId="262"/>
            <ac:picMk id="4" creationId="{A992125B-0444-8F48-CBBA-0CADA1F03A7A}"/>
          </ac:picMkLst>
        </pc:picChg>
      </pc:sldChg>
      <pc:sldChg chg="addSp delSp modSp add mod setBg">
        <pc:chgData name="Sabrina Saiphoo" userId="c384fbdc55ec1817" providerId="LiveId" clId="{C7219627-2762-4F40-B5D0-FB5BACC945B4}" dt="2025-12-05T22:23:20.214" v="6825" actId="20577"/>
        <pc:sldMkLst>
          <pc:docMk/>
          <pc:sldMk cId="3150043789" sldId="263"/>
        </pc:sldMkLst>
        <pc:spChg chg="mod">
          <ac:chgData name="Sabrina Saiphoo" userId="c384fbdc55ec1817" providerId="LiveId" clId="{C7219627-2762-4F40-B5D0-FB5BACC945B4}" dt="2025-12-05T22:23:20.214" v="6825" actId="20577"/>
          <ac:spMkLst>
            <pc:docMk/>
            <pc:sldMk cId="3150043789" sldId="263"/>
            <ac:spMk id="2" creationId="{A1FE1C16-4AD2-88D6-1EF1-8FD19066BF5D}"/>
          </ac:spMkLst>
        </pc:spChg>
        <pc:spChg chg="del">
          <ac:chgData name="Sabrina Saiphoo" userId="c384fbdc55ec1817" providerId="LiveId" clId="{C7219627-2762-4F40-B5D0-FB5BACC945B4}" dt="2025-12-05T05:10:27.230" v="281"/>
          <ac:spMkLst>
            <pc:docMk/>
            <pc:sldMk cId="3150043789" sldId="263"/>
            <ac:spMk id="7" creationId="{BF2B3E1F-D8A3-6619-1BEC-9D1F0851767C}"/>
          </ac:spMkLst>
        </pc:spChg>
        <pc:spChg chg="add">
          <ac:chgData name="Sabrina Saiphoo" userId="c384fbdc55ec1817" providerId="LiveId" clId="{C7219627-2762-4F40-B5D0-FB5BACC945B4}" dt="2025-12-05T05:12:17.003" v="306" actId="26606"/>
          <ac:spMkLst>
            <pc:docMk/>
            <pc:sldMk cId="3150043789" sldId="263"/>
            <ac:spMk id="9" creationId="{68AF5748-FED8-45BA-8631-26D1D10F3246}"/>
          </ac:spMkLst>
        </pc:spChg>
        <pc:spChg chg="add">
          <ac:chgData name="Sabrina Saiphoo" userId="c384fbdc55ec1817" providerId="LiveId" clId="{C7219627-2762-4F40-B5D0-FB5BACC945B4}" dt="2025-12-05T05:12:17.003" v="306" actId="26606"/>
          <ac:spMkLst>
            <pc:docMk/>
            <pc:sldMk cId="3150043789" sldId="263"/>
            <ac:spMk id="11" creationId="{AF2F604E-43BE-4DC3-B983-E071523364F8}"/>
          </ac:spMkLst>
        </pc:spChg>
        <pc:spChg chg="add">
          <ac:chgData name="Sabrina Saiphoo" userId="c384fbdc55ec1817" providerId="LiveId" clId="{C7219627-2762-4F40-B5D0-FB5BACC945B4}" dt="2025-12-05T05:12:17.003" v="306" actId="26606"/>
          <ac:spMkLst>
            <pc:docMk/>
            <pc:sldMk cId="3150043789" sldId="263"/>
            <ac:spMk id="13" creationId="{08C9B587-E65E-4B52-B37C-ABEBB6E87928}"/>
          </ac:spMkLst>
        </pc:spChg>
        <pc:picChg chg="add mod">
          <ac:chgData name="Sabrina Saiphoo" userId="c384fbdc55ec1817" providerId="LiveId" clId="{C7219627-2762-4F40-B5D0-FB5BACC945B4}" dt="2025-12-05T05:12:17.003" v="306" actId="26606"/>
          <ac:picMkLst>
            <pc:docMk/>
            <pc:sldMk cId="3150043789" sldId="263"/>
            <ac:picMk id="4" creationId="{A1C67450-868C-EDDC-8BA9-25CCDA47F7FD}"/>
          </ac:picMkLst>
        </pc:picChg>
      </pc:sldChg>
      <pc:sldChg chg="add del">
        <pc:chgData name="Sabrina Saiphoo" userId="c384fbdc55ec1817" providerId="LiveId" clId="{C7219627-2762-4F40-B5D0-FB5BACC945B4}" dt="2025-12-05T05:12:33.675" v="307" actId="47"/>
        <pc:sldMkLst>
          <pc:docMk/>
          <pc:sldMk cId="3315205668" sldId="264"/>
        </pc:sldMkLst>
      </pc:sldChg>
      <pc:sldChg chg="addSp delSp modSp add mod ord setBg">
        <pc:chgData name="Sabrina Saiphoo" userId="c384fbdc55ec1817" providerId="LiveId" clId="{C7219627-2762-4F40-B5D0-FB5BACC945B4}" dt="2025-12-05T22:23:05.253" v="6814" actId="20577"/>
        <pc:sldMkLst>
          <pc:docMk/>
          <pc:sldMk cId="4229450842" sldId="265"/>
        </pc:sldMkLst>
        <pc:spChg chg="mod">
          <ac:chgData name="Sabrina Saiphoo" userId="c384fbdc55ec1817" providerId="LiveId" clId="{C7219627-2762-4F40-B5D0-FB5BACC945B4}" dt="2025-12-05T22:23:05.253" v="6814" actId="20577"/>
          <ac:spMkLst>
            <pc:docMk/>
            <pc:sldMk cId="4229450842" sldId="265"/>
            <ac:spMk id="2" creationId="{99BE6C36-EC13-1AD6-9795-0AFA16A478C6}"/>
          </ac:spMkLst>
        </pc:spChg>
        <pc:spChg chg="add del mod">
          <ac:chgData name="Sabrina Saiphoo" userId="c384fbdc55ec1817" providerId="LiveId" clId="{C7219627-2762-4F40-B5D0-FB5BACC945B4}" dt="2025-12-05T05:10:58.148" v="291"/>
          <ac:spMkLst>
            <pc:docMk/>
            <pc:sldMk cId="4229450842" sldId="265"/>
            <ac:spMk id="6" creationId="{1221DAAC-98E6-D9C1-3F7C-2BCFE0CCE118}"/>
          </ac:spMkLst>
        </pc:spChg>
        <pc:spChg chg="del">
          <ac:chgData name="Sabrina Saiphoo" userId="c384fbdc55ec1817" providerId="LiveId" clId="{C7219627-2762-4F40-B5D0-FB5BACC945B4}" dt="2025-12-05T05:10:22.326" v="278"/>
          <ac:spMkLst>
            <pc:docMk/>
            <pc:sldMk cId="4229450842" sldId="265"/>
            <ac:spMk id="7" creationId="{EDC7B3AA-C1A3-7124-9CEF-19A726969BA3}"/>
          </ac:spMkLst>
        </pc:spChg>
        <pc:spChg chg="add del">
          <ac:chgData name="Sabrina Saiphoo" userId="c384fbdc55ec1817" providerId="LiveId" clId="{C7219627-2762-4F40-B5D0-FB5BACC945B4}" dt="2025-12-05T05:12:13.098" v="305" actId="26606"/>
          <ac:spMkLst>
            <pc:docMk/>
            <pc:sldMk cId="4229450842" sldId="265"/>
            <ac:spMk id="13" creationId="{F76BC10A-9109-3647-71FD-06AD37FB5845}"/>
          </ac:spMkLst>
        </pc:spChg>
        <pc:spChg chg="add del">
          <ac:chgData name="Sabrina Saiphoo" userId="c384fbdc55ec1817" providerId="LiveId" clId="{C7219627-2762-4F40-B5D0-FB5BACC945B4}" dt="2025-12-05T05:12:13.098" v="305" actId="26606"/>
          <ac:spMkLst>
            <pc:docMk/>
            <pc:sldMk cId="4229450842" sldId="265"/>
            <ac:spMk id="16" creationId="{2B97F24A-32CE-4C1C-A50D-3016B394DCFB}"/>
          </ac:spMkLst>
        </pc:spChg>
        <pc:spChg chg="add del">
          <ac:chgData name="Sabrina Saiphoo" userId="c384fbdc55ec1817" providerId="LiveId" clId="{C7219627-2762-4F40-B5D0-FB5BACC945B4}" dt="2025-12-05T05:12:13.098" v="305" actId="26606"/>
          <ac:spMkLst>
            <pc:docMk/>
            <pc:sldMk cId="4229450842" sldId="265"/>
            <ac:spMk id="18" creationId="{CD8B4F24-440B-49E9-B85D-733523DC064B}"/>
          </ac:spMkLst>
        </pc:spChg>
        <pc:spChg chg="add">
          <ac:chgData name="Sabrina Saiphoo" userId="c384fbdc55ec1817" providerId="LiveId" clId="{C7219627-2762-4F40-B5D0-FB5BACC945B4}" dt="2025-12-05T05:12:13.098" v="305" actId="26606"/>
          <ac:spMkLst>
            <pc:docMk/>
            <pc:sldMk cId="4229450842" sldId="265"/>
            <ac:spMk id="23" creationId="{68AF5748-FED8-45BA-8631-26D1D10F3246}"/>
          </ac:spMkLst>
        </pc:spChg>
        <pc:spChg chg="add">
          <ac:chgData name="Sabrina Saiphoo" userId="c384fbdc55ec1817" providerId="LiveId" clId="{C7219627-2762-4F40-B5D0-FB5BACC945B4}" dt="2025-12-05T05:12:13.098" v="305" actId="26606"/>
          <ac:spMkLst>
            <pc:docMk/>
            <pc:sldMk cId="4229450842" sldId="265"/>
            <ac:spMk id="25" creationId="{AF2F604E-43BE-4DC3-B983-E071523364F8}"/>
          </ac:spMkLst>
        </pc:spChg>
        <pc:spChg chg="add">
          <ac:chgData name="Sabrina Saiphoo" userId="c384fbdc55ec1817" providerId="LiveId" clId="{C7219627-2762-4F40-B5D0-FB5BACC945B4}" dt="2025-12-05T05:12:13.098" v="305" actId="26606"/>
          <ac:spMkLst>
            <pc:docMk/>
            <pc:sldMk cId="4229450842" sldId="265"/>
            <ac:spMk id="27" creationId="{08C9B587-E65E-4B52-B37C-ABEBB6E87928}"/>
          </ac:spMkLst>
        </pc:spChg>
        <pc:picChg chg="add del mod">
          <ac:chgData name="Sabrina Saiphoo" userId="c384fbdc55ec1817" providerId="LiveId" clId="{C7219627-2762-4F40-B5D0-FB5BACC945B4}" dt="2025-12-05T05:10:45.370" v="290" actId="478"/>
          <ac:picMkLst>
            <pc:docMk/>
            <pc:sldMk cId="4229450842" sldId="265"/>
            <ac:picMk id="4" creationId="{73CF2FF8-222B-E61D-09BE-12D65B737630}"/>
          </ac:picMkLst>
        </pc:picChg>
        <pc:picChg chg="add mod">
          <ac:chgData name="Sabrina Saiphoo" userId="c384fbdc55ec1817" providerId="LiveId" clId="{C7219627-2762-4F40-B5D0-FB5BACC945B4}" dt="2025-12-05T05:12:13.098" v="305" actId="26606"/>
          <ac:picMkLst>
            <pc:docMk/>
            <pc:sldMk cId="4229450842" sldId="265"/>
            <ac:picMk id="9" creationId="{CD7FB4D6-0700-0A25-90B3-DA55CB4F2EE1}"/>
          </ac:picMkLst>
        </pc:picChg>
      </pc:sldChg>
      <pc:sldChg chg="addSp delSp modSp new mod setBg">
        <pc:chgData name="Sabrina Saiphoo" userId="c384fbdc55ec1817" providerId="LiveId" clId="{C7219627-2762-4F40-B5D0-FB5BACC945B4}" dt="2025-12-05T20:29:34.815" v="2078" actId="20577"/>
        <pc:sldMkLst>
          <pc:docMk/>
          <pc:sldMk cId="3822432095" sldId="266"/>
        </pc:sldMkLst>
        <pc:spChg chg="mod">
          <ac:chgData name="Sabrina Saiphoo" userId="c384fbdc55ec1817" providerId="LiveId" clId="{C7219627-2762-4F40-B5D0-FB5BACC945B4}" dt="2025-12-05T19:49:07.996" v="1023" actId="26606"/>
          <ac:spMkLst>
            <pc:docMk/>
            <pc:sldMk cId="3822432095" sldId="266"/>
            <ac:spMk id="2" creationId="{64CA6A74-2B82-02F4-B146-16927AAF62A3}"/>
          </ac:spMkLst>
        </pc:spChg>
        <pc:spChg chg="add del mod">
          <ac:chgData name="Sabrina Saiphoo" userId="c384fbdc55ec1817" providerId="LiveId" clId="{C7219627-2762-4F40-B5D0-FB5BACC945B4}" dt="2025-12-05T20:29:34.815" v="2078" actId="20577"/>
          <ac:spMkLst>
            <pc:docMk/>
            <pc:sldMk cId="3822432095" sldId="266"/>
            <ac:spMk id="3" creationId="{57D59376-A0D0-A2E0-CA49-DEC497E419CC}"/>
          </ac:spMkLst>
        </pc:spChg>
        <pc:spChg chg="add mod">
          <ac:chgData name="Sabrina Saiphoo" userId="c384fbdc55ec1817" providerId="LiveId" clId="{C7219627-2762-4F40-B5D0-FB5BACC945B4}" dt="2025-12-05T19:49:51.513" v="1025"/>
          <ac:spMkLst>
            <pc:docMk/>
            <pc:sldMk cId="3822432095" sldId="266"/>
            <ac:spMk id="4" creationId="{DBD33723-C42C-0050-4C05-0DE946294DB7}"/>
          </ac:spMkLst>
        </pc:spChg>
        <pc:spChg chg="add del">
          <ac:chgData name="Sabrina Saiphoo" userId="c384fbdc55ec1817" providerId="LiveId" clId="{C7219627-2762-4F40-B5D0-FB5BACC945B4}" dt="2025-12-05T19:47:18.630" v="1014" actId="26606"/>
          <ac:spMkLst>
            <pc:docMk/>
            <pc:sldMk cId="3822432095" sldId="266"/>
            <ac:spMk id="8" creationId="{DAF1966E-FD40-4A4A-B61B-C4DF7FA05F06}"/>
          </ac:spMkLst>
        </pc:spChg>
        <pc:spChg chg="add del">
          <ac:chgData name="Sabrina Saiphoo" userId="c384fbdc55ec1817" providerId="LiveId" clId="{C7219627-2762-4F40-B5D0-FB5BACC945B4}" dt="2025-12-05T19:47:18.630" v="1014" actId="26606"/>
          <ac:spMkLst>
            <pc:docMk/>
            <pc:sldMk cId="3822432095" sldId="266"/>
            <ac:spMk id="10" creationId="{047BFA19-D45E-416B-A404-7AF2F3F27017}"/>
          </ac:spMkLst>
        </pc:spChg>
        <pc:spChg chg="add del">
          <ac:chgData name="Sabrina Saiphoo" userId="c384fbdc55ec1817" providerId="LiveId" clId="{C7219627-2762-4F40-B5D0-FB5BACC945B4}" dt="2025-12-05T19:47:18.630" v="1014" actId="26606"/>
          <ac:spMkLst>
            <pc:docMk/>
            <pc:sldMk cId="3822432095" sldId="266"/>
            <ac:spMk id="12" creationId="{8E0105E7-23DB-4CF2-8258-FF47C7620F6E}"/>
          </ac:spMkLst>
        </pc:spChg>
        <pc:spChg chg="add del">
          <ac:chgData name="Sabrina Saiphoo" userId="c384fbdc55ec1817" providerId="LiveId" clId="{C7219627-2762-4F40-B5D0-FB5BACC945B4}" dt="2025-12-05T19:47:18.630" v="1014" actId="26606"/>
          <ac:spMkLst>
            <pc:docMk/>
            <pc:sldMk cId="3822432095" sldId="266"/>
            <ac:spMk id="14" creationId="{074B4F7D-14B2-478B-8BF5-01E4E0C5D263}"/>
          </ac:spMkLst>
        </pc:spChg>
        <pc:spChg chg="add del">
          <ac:chgData name="Sabrina Saiphoo" userId="c384fbdc55ec1817" providerId="LiveId" clId="{C7219627-2762-4F40-B5D0-FB5BACC945B4}" dt="2025-12-05T19:48:05.740" v="1019" actId="26606"/>
          <ac:spMkLst>
            <pc:docMk/>
            <pc:sldMk cId="3822432095" sldId="266"/>
            <ac:spMk id="19" creationId="{907EF6B7-1338-4443-8C46-6A318D952DFD}"/>
          </ac:spMkLst>
        </pc:spChg>
        <pc:spChg chg="add del">
          <ac:chgData name="Sabrina Saiphoo" userId="c384fbdc55ec1817" providerId="LiveId" clId="{C7219627-2762-4F40-B5D0-FB5BACC945B4}" dt="2025-12-05T19:48:05.740" v="1019" actId="26606"/>
          <ac:spMkLst>
            <pc:docMk/>
            <pc:sldMk cId="3822432095" sldId="266"/>
            <ac:spMk id="21" creationId="{DAAE4CDD-124C-4DCF-9584-B6033B545DD5}"/>
          </ac:spMkLst>
        </pc:spChg>
        <pc:spChg chg="add del">
          <ac:chgData name="Sabrina Saiphoo" userId="c384fbdc55ec1817" providerId="LiveId" clId="{C7219627-2762-4F40-B5D0-FB5BACC945B4}" dt="2025-12-05T19:48:05.740" v="1019" actId="26606"/>
          <ac:spMkLst>
            <pc:docMk/>
            <pc:sldMk cId="3822432095" sldId="266"/>
            <ac:spMk id="23" creationId="{081E4A58-353D-44AE-B2FC-2A74E2E400F7}"/>
          </ac:spMkLst>
        </pc:spChg>
        <pc:spChg chg="add del">
          <ac:chgData name="Sabrina Saiphoo" userId="c384fbdc55ec1817" providerId="LiveId" clId="{C7219627-2762-4F40-B5D0-FB5BACC945B4}" dt="2025-12-05T19:47:42.636" v="1016" actId="26606"/>
          <ac:spMkLst>
            <pc:docMk/>
            <pc:sldMk cId="3822432095" sldId="266"/>
            <ac:spMk id="28" creationId="{777A147A-9ED8-46B4-8660-1B3C2AA880B5}"/>
          </ac:spMkLst>
        </pc:spChg>
        <pc:spChg chg="add del">
          <ac:chgData name="Sabrina Saiphoo" userId="c384fbdc55ec1817" providerId="LiveId" clId="{C7219627-2762-4F40-B5D0-FB5BACC945B4}" dt="2025-12-05T19:47:42.636" v="1016" actId="26606"/>
          <ac:spMkLst>
            <pc:docMk/>
            <pc:sldMk cId="3822432095" sldId="266"/>
            <ac:spMk id="30" creationId="{5D6C15A0-C087-4593-8414-2B4EC1CDC3DE}"/>
          </ac:spMkLst>
        </pc:spChg>
        <pc:spChg chg="add del">
          <ac:chgData name="Sabrina Saiphoo" userId="c384fbdc55ec1817" providerId="LiveId" clId="{C7219627-2762-4F40-B5D0-FB5BACC945B4}" dt="2025-12-05T19:48:05.701" v="1018" actId="26606"/>
          <ac:spMkLst>
            <pc:docMk/>
            <pc:sldMk cId="3822432095" sldId="266"/>
            <ac:spMk id="32" creationId="{E1B96AD6-92A9-4273-A62B-96A1C3E0BA95}"/>
          </ac:spMkLst>
        </pc:spChg>
        <pc:spChg chg="add del">
          <ac:chgData name="Sabrina Saiphoo" userId="c384fbdc55ec1817" providerId="LiveId" clId="{C7219627-2762-4F40-B5D0-FB5BACC945B4}" dt="2025-12-05T19:48:05.701" v="1018" actId="26606"/>
          <ac:spMkLst>
            <pc:docMk/>
            <pc:sldMk cId="3822432095" sldId="266"/>
            <ac:spMk id="33" creationId="{1C799903-48D5-4A31-A1A2-541072D9771E}"/>
          </ac:spMkLst>
        </pc:spChg>
        <pc:spChg chg="add del">
          <ac:chgData name="Sabrina Saiphoo" userId="c384fbdc55ec1817" providerId="LiveId" clId="{C7219627-2762-4F40-B5D0-FB5BACC945B4}" dt="2025-12-05T19:48:05.701" v="1018" actId="26606"/>
          <ac:spMkLst>
            <pc:docMk/>
            <pc:sldMk cId="3822432095" sldId="266"/>
            <ac:spMk id="34" creationId="{463EEC44-1BA3-44ED-81FC-A644B04B2A44}"/>
          </ac:spMkLst>
        </pc:spChg>
        <pc:spChg chg="add del">
          <ac:chgData name="Sabrina Saiphoo" userId="c384fbdc55ec1817" providerId="LiveId" clId="{C7219627-2762-4F40-B5D0-FB5BACC945B4}" dt="2025-12-05T19:48:05.701" v="1018" actId="26606"/>
          <ac:spMkLst>
            <pc:docMk/>
            <pc:sldMk cId="3822432095" sldId="266"/>
            <ac:spMk id="35" creationId="{8EFFF109-FC58-4FD3-BE05-9775A1310F55}"/>
          </ac:spMkLst>
        </pc:spChg>
        <pc:spChg chg="add del">
          <ac:chgData name="Sabrina Saiphoo" userId="c384fbdc55ec1817" providerId="LiveId" clId="{C7219627-2762-4F40-B5D0-FB5BACC945B4}" dt="2025-12-05T19:49:07.996" v="1023" actId="26606"/>
          <ac:spMkLst>
            <pc:docMk/>
            <pc:sldMk cId="3822432095" sldId="266"/>
            <ac:spMk id="37" creationId="{100EDD19-6802-4EC3-95CE-CFFAB042CFD6}"/>
          </ac:spMkLst>
        </pc:spChg>
        <pc:spChg chg="add del">
          <ac:chgData name="Sabrina Saiphoo" userId="c384fbdc55ec1817" providerId="LiveId" clId="{C7219627-2762-4F40-B5D0-FB5BACC945B4}" dt="2025-12-05T19:49:07.996" v="1023" actId="26606"/>
          <ac:spMkLst>
            <pc:docMk/>
            <pc:sldMk cId="3822432095" sldId="266"/>
            <ac:spMk id="38" creationId="{DB17E863-922E-4C26-BD64-E8FD41D28661}"/>
          </ac:spMkLst>
        </pc:spChg>
        <pc:spChg chg="add del">
          <ac:chgData name="Sabrina Saiphoo" userId="c384fbdc55ec1817" providerId="LiveId" clId="{C7219627-2762-4F40-B5D0-FB5BACC945B4}" dt="2025-12-05T19:49:07.974" v="1022" actId="26606"/>
          <ac:spMkLst>
            <pc:docMk/>
            <pc:sldMk cId="3822432095" sldId="266"/>
            <ac:spMk id="43" creationId="{DAF1966E-FD40-4A4A-B61B-C4DF7FA05F06}"/>
          </ac:spMkLst>
        </pc:spChg>
        <pc:spChg chg="add del">
          <ac:chgData name="Sabrina Saiphoo" userId="c384fbdc55ec1817" providerId="LiveId" clId="{C7219627-2762-4F40-B5D0-FB5BACC945B4}" dt="2025-12-05T19:49:07.974" v="1022" actId="26606"/>
          <ac:spMkLst>
            <pc:docMk/>
            <pc:sldMk cId="3822432095" sldId="266"/>
            <ac:spMk id="45" creationId="{047BFA19-D45E-416B-A404-7AF2F3F27017}"/>
          </ac:spMkLst>
        </pc:spChg>
        <pc:spChg chg="add del">
          <ac:chgData name="Sabrina Saiphoo" userId="c384fbdc55ec1817" providerId="LiveId" clId="{C7219627-2762-4F40-B5D0-FB5BACC945B4}" dt="2025-12-05T19:49:07.974" v="1022" actId="26606"/>
          <ac:spMkLst>
            <pc:docMk/>
            <pc:sldMk cId="3822432095" sldId="266"/>
            <ac:spMk id="47" creationId="{8E0105E7-23DB-4CF2-8258-FF47C7620F6E}"/>
          </ac:spMkLst>
        </pc:spChg>
        <pc:spChg chg="add del">
          <ac:chgData name="Sabrina Saiphoo" userId="c384fbdc55ec1817" providerId="LiveId" clId="{C7219627-2762-4F40-B5D0-FB5BACC945B4}" dt="2025-12-05T19:49:07.974" v="1022" actId="26606"/>
          <ac:spMkLst>
            <pc:docMk/>
            <pc:sldMk cId="3822432095" sldId="266"/>
            <ac:spMk id="49" creationId="{074B4F7D-14B2-478B-8BF5-01E4E0C5D263}"/>
          </ac:spMkLst>
        </pc:spChg>
        <pc:spChg chg="add">
          <ac:chgData name="Sabrina Saiphoo" userId="c384fbdc55ec1817" providerId="LiveId" clId="{C7219627-2762-4F40-B5D0-FB5BACC945B4}" dt="2025-12-05T19:49:07.996" v="1023" actId="26606"/>
          <ac:spMkLst>
            <pc:docMk/>
            <pc:sldMk cId="3822432095" sldId="266"/>
            <ac:spMk id="51" creationId="{1C799903-48D5-4A31-A1A2-541072D9771E}"/>
          </ac:spMkLst>
        </pc:spChg>
        <pc:spChg chg="add">
          <ac:chgData name="Sabrina Saiphoo" userId="c384fbdc55ec1817" providerId="LiveId" clId="{C7219627-2762-4F40-B5D0-FB5BACC945B4}" dt="2025-12-05T19:49:07.996" v="1023" actId="26606"/>
          <ac:spMkLst>
            <pc:docMk/>
            <pc:sldMk cId="3822432095" sldId="266"/>
            <ac:spMk id="52" creationId="{8EFFF109-FC58-4FD3-BE05-9775A1310F55}"/>
          </ac:spMkLst>
        </pc:spChg>
        <pc:spChg chg="add">
          <ac:chgData name="Sabrina Saiphoo" userId="c384fbdc55ec1817" providerId="LiveId" clId="{C7219627-2762-4F40-B5D0-FB5BACC945B4}" dt="2025-12-05T19:49:07.996" v="1023" actId="26606"/>
          <ac:spMkLst>
            <pc:docMk/>
            <pc:sldMk cId="3822432095" sldId="266"/>
            <ac:spMk id="53" creationId="{E1B96AD6-92A9-4273-A62B-96A1C3E0BA95}"/>
          </ac:spMkLst>
        </pc:spChg>
        <pc:spChg chg="add">
          <ac:chgData name="Sabrina Saiphoo" userId="c384fbdc55ec1817" providerId="LiveId" clId="{C7219627-2762-4F40-B5D0-FB5BACC945B4}" dt="2025-12-05T19:49:07.996" v="1023" actId="26606"/>
          <ac:spMkLst>
            <pc:docMk/>
            <pc:sldMk cId="3822432095" sldId="266"/>
            <ac:spMk id="54" creationId="{463EEC44-1BA3-44ED-81FC-A644B04B2A44}"/>
          </ac:spMkLst>
        </pc:spChg>
      </pc:sldChg>
      <pc:sldChg chg="addSp delSp modSp new del mod setBg">
        <pc:chgData name="Sabrina Saiphoo" userId="c384fbdc55ec1817" providerId="LiveId" clId="{C7219627-2762-4F40-B5D0-FB5BACC945B4}" dt="2025-12-05T20:27:44.550" v="2046" actId="47"/>
        <pc:sldMkLst>
          <pc:docMk/>
          <pc:sldMk cId="2909032815" sldId="267"/>
        </pc:sldMkLst>
        <pc:spChg chg="mod">
          <ac:chgData name="Sabrina Saiphoo" userId="c384fbdc55ec1817" providerId="LiveId" clId="{C7219627-2762-4F40-B5D0-FB5BACC945B4}" dt="2025-12-05T20:27:42.838" v="2045" actId="21"/>
          <ac:spMkLst>
            <pc:docMk/>
            <pc:sldMk cId="2909032815" sldId="267"/>
            <ac:spMk id="2" creationId="{FC4699DD-36C4-83D6-AF34-C1FF230AEA31}"/>
          </ac:spMkLst>
        </pc:spChg>
        <pc:spChg chg="mod">
          <ac:chgData name="Sabrina Saiphoo" userId="c384fbdc55ec1817" providerId="LiveId" clId="{C7219627-2762-4F40-B5D0-FB5BACC945B4}" dt="2025-12-05T20:27:12.226" v="2043" actId="26606"/>
          <ac:spMkLst>
            <pc:docMk/>
            <pc:sldMk cId="2909032815" sldId="267"/>
            <ac:spMk id="3" creationId="{201B2C50-4BCA-98F6-39F1-BAF8907577DB}"/>
          </ac:spMkLst>
        </pc:spChg>
        <pc:spChg chg="add del">
          <ac:chgData name="Sabrina Saiphoo" userId="c384fbdc55ec1817" providerId="LiveId" clId="{C7219627-2762-4F40-B5D0-FB5BACC945B4}" dt="2025-12-05T20:27:07.225" v="2042" actId="478"/>
          <ac:spMkLst>
            <pc:docMk/>
            <pc:sldMk cId="2909032815" sldId="267"/>
            <ac:spMk id="5" creationId="{163E5E5D-A0A3-243B-5106-144E5D3603D7}"/>
          </ac:spMkLst>
        </pc:spChg>
        <pc:spChg chg="add">
          <ac:chgData name="Sabrina Saiphoo" userId="c384fbdc55ec1817" providerId="LiveId" clId="{C7219627-2762-4F40-B5D0-FB5BACC945B4}" dt="2025-12-05T20:27:12.226" v="2043" actId="26606"/>
          <ac:spMkLst>
            <pc:docMk/>
            <pc:sldMk cId="2909032815" sldId="267"/>
            <ac:spMk id="8" creationId="{DAF1966E-FD40-4A4A-B61B-C4DF7FA05F06}"/>
          </ac:spMkLst>
        </pc:spChg>
        <pc:spChg chg="add">
          <ac:chgData name="Sabrina Saiphoo" userId="c384fbdc55ec1817" providerId="LiveId" clId="{C7219627-2762-4F40-B5D0-FB5BACC945B4}" dt="2025-12-05T20:27:12.226" v="2043" actId="26606"/>
          <ac:spMkLst>
            <pc:docMk/>
            <pc:sldMk cId="2909032815" sldId="267"/>
            <ac:spMk id="10" creationId="{047BFA19-D45E-416B-A404-7AF2F3F27017}"/>
          </ac:spMkLst>
        </pc:spChg>
        <pc:spChg chg="add">
          <ac:chgData name="Sabrina Saiphoo" userId="c384fbdc55ec1817" providerId="LiveId" clId="{C7219627-2762-4F40-B5D0-FB5BACC945B4}" dt="2025-12-05T20:27:12.226" v="2043" actId="26606"/>
          <ac:spMkLst>
            <pc:docMk/>
            <pc:sldMk cId="2909032815" sldId="267"/>
            <ac:spMk id="12" creationId="{8E0105E7-23DB-4CF2-8258-FF47C7620F6E}"/>
          </ac:spMkLst>
        </pc:spChg>
        <pc:spChg chg="add">
          <ac:chgData name="Sabrina Saiphoo" userId="c384fbdc55ec1817" providerId="LiveId" clId="{C7219627-2762-4F40-B5D0-FB5BACC945B4}" dt="2025-12-05T20:27:12.226" v="2043" actId="26606"/>
          <ac:spMkLst>
            <pc:docMk/>
            <pc:sldMk cId="2909032815" sldId="267"/>
            <ac:spMk id="14" creationId="{074B4F7D-14B2-478B-8BF5-01E4E0C5D263}"/>
          </ac:spMkLst>
        </pc:spChg>
      </pc:sldChg>
      <pc:sldChg chg="addSp modSp new mod setBg">
        <pc:chgData name="Sabrina Saiphoo" userId="c384fbdc55ec1817" providerId="LiveId" clId="{C7219627-2762-4F40-B5D0-FB5BACC945B4}" dt="2025-12-05T23:25:26.668" v="9775" actId="20577"/>
        <pc:sldMkLst>
          <pc:docMk/>
          <pc:sldMk cId="4201228382" sldId="268"/>
        </pc:sldMkLst>
        <pc:spChg chg="mod">
          <ac:chgData name="Sabrina Saiphoo" userId="c384fbdc55ec1817" providerId="LiveId" clId="{C7219627-2762-4F40-B5D0-FB5BACC945B4}" dt="2025-12-05T23:25:26.668" v="9775" actId="20577"/>
          <ac:spMkLst>
            <pc:docMk/>
            <pc:sldMk cId="4201228382" sldId="268"/>
            <ac:spMk id="2" creationId="{A83AD947-4B1B-366F-6E75-B1A905A4E8F8}"/>
          </ac:spMkLst>
        </pc:spChg>
        <pc:spChg chg="mod">
          <ac:chgData name="Sabrina Saiphoo" userId="c384fbdc55ec1817" providerId="LiveId" clId="{C7219627-2762-4F40-B5D0-FB5BACC945B4}" dt="2025-12-05T22:02:33.161" v="6158" actId="403"/>
          <ac:spMkLst>
            <pc:docMk/>
            <pc:sldMk cId="4201228382" sldId="268"/>
            <ac:spMk id="3" creationId="{E0CF221B-4187-5340-FE8D-EE9EAE52BCBE}"/>
          </ac:spMkLst>
        </pc:spChg>
        <pc:spChg chg="add">
          <ac:chgData name="Sabrina Saiphoo" userId="c384fbdc55ec1817" providerId="LiveId" clId="{C7219627-2762-4F40-B5D0-FB5BACC945B4}" dt="2025-12-05T21:08:54.366" v="4234"/>
          <ac:spMkLst>
            <pc:docMk/>
            <pc:sldMk cId="4201228382" sldId="268"/>
            <ac:spMk id="4" creationId="{FB43E9D3-0DFF-7C7C-5184-EB88B8C392ED}"/>
          </ac:spMkLst>
        </pc:spChg>
        <pc:spChg chg="add">
          <ac:chgData name="Sabrina Saiphoo" userId="c384fbdc55ec1817" providerId="LiveId" clId="{C7219627-2762-4F40-B5D0-FB5BACC945B4}" dt="2025-12-05T21:08:58.946" v="4235"/>
          <ac:spMkLst>
            <pc:docMk/>
            <pc:sldMk cId="4201228382" sldId="268"/>
            <ac:spMk id="5" creationId="{626C83DF-F26D-48FA-1D7E-B3495474AB98}"/>
          </ac:spMkLst>
        </pc:spChg>
        <pc:spChg chg="add">
          <ac:chgData name="Sabrina Saiphoo" userId="c384fbdc55ec1817" providerId="LiveId" clId="{C7219627-2762-4F40-B5D0-FB5BACC945B4}" dt="2025-12-05T21:09:05.458" v="4238"/>
          <ac:spMkLst>
            <pc:docMk/>
            <pc:sldMk cId="4201228382" sldId="268"/>
            <ac:spMk id="6" creationId="{A4448E48-A1F5-BFDA-BC7F-21B73EA6ED0F}"/>
          </ac:spMkLst>
        </pc:spChg>
        <pc:spChg chg="add">
          <ac:chgData name="Sabrina Saiphoo" userId="c384fbdc55ec1817" providerId="LiveId" clId="{C7219627-2762-4F40-B5D0-FB5BACC945B4}" dt="2025-12-05T21:28:28.102" v="4803"/>
          <ac:spMkLst>
            <pc:docMk/>
            <pc:sldMk cId="4201228382" sldId="268"/>
            <ac:spMk id="7" creationId="{D95E7518-04A0-047B-5F43-E2470629746F}"/>
          </ac:spMkLst>
        </pc:spChg>
        <pc:spChg chg="add">
          <ac:chgData name="Sabrina Saiphoo" userId="c384fbdc55ec1817" providerId="LiveId" clId="{C7219627-2762-4F40-B5D0-FB5BACC945B4}" dt="2025-12-05T21:10:23.087" v="4280" actId="26606"/>
          <ac:spMkLst>
            <pc:docMk/>
            <pc:sldMk cId="4201228382" sldId="268"/>
            <ac:spMk id="8" creationId="{DAF1966E-FD40-4A4A-B61B-C4DF7FA05F06}"/>
          </ac:spMkLst>
        </pc:spChg>
        <pc:spChg chg="add">
          <ac:chgData name="Sabrina Saiphoo" userId="c384fbdc55ec1817" providerId="LiveId" clId="{C7219627-2762-4F40-B5D0-FB5BACC945B4}" dt="2025-12-05T21:28:42.682" v="4805"/>
          <ac:spMkLst>
            <pc:docMk/>
            <pc:sldMk cId="4201228382" sldId="268"/>
            <ac:spMk id="9" creationId="{BB60E0F7-63C1-5246-829C-3CB418CE6E3C}"/>
          </ac:spMkLst>
        </pc:spChg>
        <pc:spChg chg="add">
          <ac:chgData name="Sabrina Saiphoo" userId="c384fbdc55ec1817" providerId="LiveId" clId="{C7219627-2762-4F40-B5D0-FB5BACC945B4}" dt="2025-12-05T21:10:23.087" v="4280" actId="26606"/>
          <ac:spMkLst>
            <pc:docMk/>
            <pc:sldMk cId="4201228382" sldId="268"/>
            <ac:spMk id="10" creationId="{047BFA19-D45E-416B-A404-7AF2F3F27017}"/>
          </ac:spMkLst>
        </pc:spChg>
        <pc:spChg chg="add">
          <ac:chgData name="Sabrina Saiphoo" userId="c384fbdc55ec1817" providerId="LiveId" clId="{C7219627-2762-4F40-B5D0-FB5BACC945B4}" dt="2025-12-05T21:28:58.451" v="4807"/>
          <ac:spMkLst>
            <pc:docMk/>
            <pc:sldMk cId="4201228382" sldId="268"/>
            <ac:spMk id="11" creationId="{87DAAF54-04B3-BF6D-1613-70CE98CD4EFD}"/>
          </ac:spMkLst>
        </pc:spChg>
        <pc:spChg chg="add">
          <ac:chgData name="Sabrina Saiphoo" userId="c384fbdc55ec1817" providerId="LiveId" clId="{C7219627-2762-4F40-B5D0-FB5BACC945B4}" dt="2025-12-05T21:10:23.087" v="4280" actId="26606"/>
          <ac:spMkLst>
            <pc:docMk/>
            <pc:sldMk cId="4201228382" sldId="268"/>
            <ac:spMk id="12" creationId="{8E0105E7-23DB-4CF2-8258-FF47C7620F6E}"/>
          </ac:spMkLst>
        </pc:spChg>
        <pc:spChg chg="add">
          <ac:chgData name="Sabrina Saiphoo" userId="c384fbdc55ec1817" providerId="LiveId" clId="{C7219627-2762-4F40-B5D0-FB5BACC945B4}" dt="2025-12-05T21:10:23.087" v="4280" actId="26606"/>
          <ac:spMkLst>
            <pc:docMk/>
            <pc:sldMk cId="4201228382" sldId="268"/>
            <ac:spMk id="14" creationId="{074B4F7D-14B2-478B-8BF5-01E4E0C5D263}"/>
          </ac:spMkLst>
        </pc:spChg>
      </pc:sldChg>
      <pc:sldChg chg="modSp new del mod">
        <pc:chgData name="Sabrina Saiphoo" userId="c384fbdc55ec1817" providerId="LiveId" clId="{C7219627-2762-4F40-B5D0-FB5BACC945B4}" dt="2025-12-05T17:19:18.795" v="767" actId="47"/>
        <pc:sldMkLst>
          <pc:docMk/>
          <pc:sldMk cId="634417652" sldId="269"/>
        </pc:sldMkLst>
        <pc:spChg chg="mod">
          <ac:chgData name="Sabrina Saiphoo" userId="c384fbdc55ec1817" providerId="LiveId" clId="{C7219627-2762-4F40-B5D0-FB5BACC945B4}" dt="2025-12-05T17:13:21.554" v="695" actId="20577"/>
          <ac:spMkLst>
            <pc:docMk/>
            <pc:sldMk cId="634417652" sldId="269"/>
            <ac:spMk id="2" creationId="{AF67B356-EAD7-1EC2-32BB-386D7C7EBAC1}"/>
          </ac:spMkLst>
        </pc:spChg>
      </pc:sldChg>
      <pc:sldChg chg="addSp modSp add mod setBg">
        <pc:chgData name="Sabrina Saiphoo" userId="c384fbdc55ec1817" providerId="LiveId" clId="{C7219627-2762-4F40-B5D0-FB5BACC945B4}" dt="2025-12-05T22:58:37.183" v="8136" actId="20577"/>
        <pc:sldMkLst>
          <pc:docMk/>
          <pc:sldMk cId="3009727759" sldId="270"/>
        </pc:sldMkLst>
        <pc:spChg chg="mod">
          <ac:chgData name="Sabrina Saiphoo" userId="c384fbdc55ec1817" providerId="LiveId" clId="{C7219627-2762-4F40-B5D0-FB5BACC945B4}" dt="2025-12-05T22:00:07.791" v="6151" actId="26606"/>
          <ac:spMkLst>
            <pc:docMk/>
            <pc:sldMk cId="3009727759" sldId="270"/>
            <ac:spMk id="2" creationId="{FFE3D95D-040C-678C-7D56-6EE99A08DC11}"/>
          </ac:spMkLst>
        </pc:spChg>
        <pc:spChg chg="mod">
          <ac:chgData name="Sabrina Saiphoo" userId="c384fbdc55ec1817" providerId="LiveId" clId="{C7219627-2762-4F40-B5D0-FB5BACC945B4}" dt="2025-12-05T22:58:37.183" v="8136" actId="20577"/>
          <ac:spMkLst>
            <pc:docMk/>
            <pc:sldMk cId="3009727759" sldId="270"/>
            <ac:spMk id="3" creationId="{7FB32626-02D4-A295-597D-25B08D756419}"/>
          </ac:spMkLst>
        </pc:spChg>
        <pc:spChg chg="add">
          <ac:chgData name="Sabrina Saiphoo" userId="c384fbdc55ec1817" providerId="LiveId" clId="{C7219627-2762-4F40-B5D0-FB5BACC945B4}" dt="2025-12-05T22:00:07.791" v="6151" actId="26606"/>
          <ac:spMkLst>
            <pc:docMk/>
            <pc:sldMk cId="3009727759" sldId="270"/>
            <ac:spMk id="8" creationId="{1C799903-48D5-4A31-A1A2-541072D9771E}"/>
          </ac:spMkLst>
        </pc:spChg>
        <pc:spChg chg="add">
          <ac:chgData name="Sabrina Saiphoo" userId="c384fbdc55ec1817" providerId="LiveId" clId="{C7219627-2762-4F40-B5D0-FB5BACC945B4}" dt="2025-12-05T22:00:07.791" v="6151" actId="26606"/>
          <ac:spMkLst>
            <pc:docMk/>
            <pc:sldMk cId="3009727759" sldId="270"/>
            <ac:spMk id="10" creationId="{8EFFF109-FC58-4FD3-BE05-9775A1310F55}"/>
          </ac:spMkLst>
        </pc:spChg>
        <pc:spChg chg="add">
          <ac:chgData name="Sabrina Saiphoo" userId="c384fbdc55ec1817" providerId="LiveId" clId="{C7219627-2762-4F40-B5D0-FB5BACC945B4}" dt="2025-12-05T22:00:07.791" v="6151" actId="26606"/>
          <ac:spMkLst>
            <pc:docMk/>
            <pc:sldMk cId="3009727759" sldId="270"/>
            <ac:spMk id="12" creationId="{E1B96AD6-92A9-4273-A62B-96A1C3E0BA95}"/>
          </ac:spMkLst>
        </pc:spChg>
        <pc:spChg chg="add">
          <ac:chgData name="Sabrina Saiphoo" userId="c384fbdc55ec1817" providerId="LiveId" clId="{C7219627-2762-4F40-B5D0-FB5BACC945B4}" dt="2025-12-05T22:00:07.791" v="6151" actId="26606"/>
          <ac:spMkLst>
            <pc:docMk/>
            <pc:sldMk cId="3009727759" sldId="270"/>
            <ac:spMk id="14" creationId="{463EEC44-1BA3-44ED-81FC-A644B04B2A44}"/>
          </ac:spMkLst>
        </pc:spChg>
      </pc:sldChg>
      <pc:sldChg chg="modSp add del mod">
        <pc:chgData name="Sabrina Saiphoo" userId="c384fbdc55ec1817" providerId="LiveId" clId="{C7219627-2762-4F40-B5D0-FB5BACC945B4}" dt="2025-12-05T17:19:37.285" v="792" actId="47"/>
        <pc:sldMkLst>
          <pc:docMk/>
          <pc:sldMk cId="74967166" sldId="271"/>
        </pc:sldMkLst>
        <pc:spChg chg="mod">
          <ac:chgData name="Sabrina Saiphoo" userId="c384fbdc55ec1817" providerId="LiveId" clId="{C7219627-2762-4F40-B5D0-FB5BACC945B4}" dt="2025-12-05T17:13:30.267" v="701" actId="20577"/>
          <ac:spMkLst>
            <pc:docMk/>
            <pc:sldMk cId="74967166" sldId="271"/>
            <ac:spMk id="2" creationId="{C6B47C3E-D0A4-655C-EE42-447EAC639843}"/>
          </ac:spMkLst>
        </pc:spChg>
      </pc:sldChg>
      <pc:sldChg chg="addSp modSp add mod setBg">
        <pc:chgData name="Sabrina Saiphoo" userId="c384fbdc55ec1817" providerId="LiveId" clId="{C7219627-2762-4F40-B5D0-FB5BACC945B4}" dt="2025-12-05T22:59:37.618" v="8243" actId="20577"/>
        <pc:sldMkLst>
          <pc:docMk/>
          <pc:sldMk cId="3855461042" sldId="272"/>
        </pc:sldMkLst>
        <pc:spChg chg="mod">
          <ac:chgData name="Sabrina Saiphoo" userId="c384fbdc55ec1817" providerId="LiveId" clId="{C7219627-2762-4F40-B5D0-FB5BACC945B4}" dt="2025-12-05T22:11:41.538" v="6262" actId="113"/>
          <ac:spMkLst>
            <pc:docMk/>
            <pc:sldMk cId="3855461042" sldId="272"/>
            <ac:spMk id="2" creationId="{A3362D89-9915-3717-5D6D-70C0944FBFB8}"/>
          </ac:spMkLst>
        </pc:spChg>
        <pc:spChg chg="mod">
          <ac:chgData name="Sabrina Saiphoo" userId="c384fbdc55ec1817" providerId="LiveId" clId="{C7219627-2762-4F40-B5D0-FB5BACC945B4}" dt="2025-12-05T22:59:37.618" v="8243" actId="20577"/>
          <ac:spMkLst>
            <pc:docMk/>
            <pc:sldMk cId="3855461042" sldId="272"/>
            <ac:spMk id="3" creationId="{D85B793E-66B6-D1F7-C31B-0DD03EF48ABF}"/>
          </ac:spMkLst>
        </pc:spChg>
        <pc:spChg chg="add">
          <ac:chgData name="Sabrina Saiphoo" userId="c384fbdc55ec1817" providerId="LiveId" clId="{C7219627-2762-4F40-B5D0-FB5BACC945B4}" dt="2025-12-05T22:05:03.210" v="6177" actId="26606"/>
          <ac:spMkLst>
            <pc:docMk/>
            <pc:sldMk cId="3855461042" sldId="272"/>
            <ac:spMk id="8" creationId="{1C799903-48D5-4A31-A1A2-541072D9771E}"/>
          </ac:spMkLst>
        </pc:spChg>
        <pc:spChg chg="add">
          <ac:chgData name="Sabrina Saiphoo" userId="c384fbdc55ec1817" providerId="LiveId" clId="{C7219627-2762-4F40-B5D0-FB5BACC945B4}" dt="2025-12-05T22:05:03.210" v="6177" actId="26606"/>
          <ac:spMkLst>
            <pc:docMk/>
            <pc:sldMk cId="3855461042" sldId="272"/>
            <ac:spMk id="10" creationId="{8EFFF109-FC58-4FD3-BE05-9775A1310F55}"/>
          </ac:spMkLst>
        </pc:spChg>
        <pc:spChg chg="add">
          <ac:chgData name="Sabrina Saiphoo" userId="c384fbdc55ec1817" providerId="LiveId" clId="{C7219627-2762-4F40-B5D0-FB5BACC945B4}" dt="2025-12-05T22:05:03.210" v="6177" actId="26606"/>
          <ac:spMkLst>
            <pc:docMk/>
            <pc:sldMk cId="3855461042" sldId="272"/>
            <ac:spMk id="12" creationId="{E1B96AD6-92A9-4273-A62B-96A1C3E0BA95}"/>
          </ac:spMkLst>
        </pc:spChg>
        <pc:spChg chg="add">
          <ac:chgData name="Sabrina Saiphoo" userId="c384fbdc55ec1817" providerId="LiveId" clId="{C7219627-2762-4F40-B5D0-FB5BACC945B4}" dt="2025-12-05T22:05:03.210" v="6177" actId="26606"/>
          <ac:spMkLst>
            <pc:docMk/>
            <pc:sldMk cId="3855461042" sldId="272"/>
            <ac:spMk id="14" creationId="{463EEC44-1BA3-44ED-81FC-A644B04B2A44}"/>
          </ac:spMkLst>
        </pc:spChg>
      </pc:sldChg>
      <pc:sldChg chg="modSp add del mod">
        <pc:chgData name="Sabrina Saiphoo" userId="c384fbdc55ec1817" providerId="LiveId" clId="{C7219627-2762-4F40-B5D0-FB5BACC945B4}" dt="2025-12-05T17:19:56.076" v="837" actId="47"/>
        <pc:sldMkLst>
          <pc:docMk/>
          <pc:sldMk cId="1919550338" sldId="273"/>
        </pc:sldMkLst>
        <pc:spChg chg="mod">
          <ac:chgData name="Sabrina Saiphoo" userId="c384fbdc55ec1817" providerId="LiveId" clId="{C7219627-2762-4F40-B5D0-FB5BACC945B4}" dt="2025-12-05T17:13:39.045" v="707" actId="20577"/>
          <ac:spMkLst>
            <pc:docMk/>
            <pc:sldMk cId="1919550338" sldId="273"/>
            <ac:spMk id="2" creationId="{55EC8980-34A8-DC06-0B57-F5D83753A0A0}"/>
          </ac:spMkLst>
        </pc:spChg>
      </pc:sldChg>
      <pc:sldChg chg="addSp modSp add mod setBg">
        <pc:chgData name="Sabrina Saiphoo" userId="c384fbdc55ec1817" providerId="LiveId" clId="{C7219627-2762-4F40-B5D0-FB5BACC945B4}" dt="2025-12-05T22:41:36.123" v="7849" actId="20577"/>
        <pc:sldMkLst>
          <pc:docMk/>
          <pc:sldMk cId="688248080" sldId="274"/>
        </pc:sldMkLst>
        <pc:spChg chg="mod">
          <ac:chgData name="Sabrina Saiphoo" userId="c384fbdc55ec1817" providerId="LiveId" clId="{C7219627-2762-4F40-B5D0-FB5BACC945B4}" dt="2025-12-05T22:24:27.056" v="6827" actId="20577"/>
          <ac:spMkLst>
            <pc:docMk/>
            <pc:sldMk cId="688248080" sldId="274"/>
            <ac:spMk id="2" creationId="{5C862C09-AA77-6A5A-C25C-5F5F795FADBA}"/>
          </ac:spMkLst>
        </pc:spChg>
        <pc:spChg chg="mod">
          <ac:chgData name="Sabrina Saiphoo" userId="c384fbdc55ec1817" providerId="LiveId" clId="{C7219627-2762-4F40-B5D0-FB5BACC945B4}" dt="2025-12-05T22:41:36.123" v="7849" actId="20577"/>
          <ac:spMkLst>
            <pc:docMk/>
            <pc:sldMk cId="688248080" sldId="274"/>
            <ac:spMk id="3" creationId="{83A1A237-1400-0B9C-DFCC-4EA7A490D230}"/>
          </ac:spMkLst>
        </pc:spChg>
        <pc:spChg chg="add">
          <ac:chgData name="Sabrina Saiphoo" userId="c384fbdc55ec1817" providerId="LiveId" clId="{C7219627-2762-4F40-B5D0-FB5BACC945B4}" dt="2025-12-05T22:19:17.108" v="6779" actId="26606"/>
          <ac:spMkLst>
            <pc:docMk/>
            <pc:sldMk cId="688248080" sldId="274"/>
            <ac:spMk id="8" creationId="{1C799903-48D5-4A31-A1A2-541072D9771E}"/>
          </ac:spMkLst>
        </pc:spChg>
        <pc:spChg chg="add">
          <ac:chgData name="Sabrina Saiphoo" userId="c384fbdc55ec1817" providerId="LiveId" clId="{C7219627-2762-4F40-B5D0-FB5BACC945B4}" dt="2025-12-05T22:19:17.108" v="6779" actId="26606"/>
          <ac:spMkLst>
            <pc:docMk/>
            <pc:sldMk cId="688248080" sldId="274"/>
            <ac:spMk id="10" creationId="{8EFFF109-FC58-4FD3-BE05-9775A1310F55}"/>
          </ac:spMkLst>
        </pc:spChg>
        <pc:spChg chg="add">
          <ac:chgData name="Sabrina Saiphoo" userId="c384fbdc55ec1817" providerId="LiveId" clId="{C7219627-2762-4F40-B5D0-FB5BACC945B4}" dt="2025-12-05T22:19:17.108" v="6779" actId="26606"/>
          <ac:spMkLst>
            <pc:docMk/>
            <pc:sldMk cId="688248080" sldId="274"/>
            <ac:spMk id="12" creationId="{E1B96AD6-92A9-4273-A62B-96A1C3E0BA95}"/>
          </ac:spMkLst>
        </pc:spChg>
        <pc:spChg chg="add">
          <ac:chgData name="Sabrina Saiphoo" userId="c384fbdc55ec1817" providerId="LiveId" clId="{C7219627-2762-4F40-B5D0-FB5BACC945B4}" dt="2025-12-05T22:19:17.108" v="6779" actId="26606"/>
          <ac:spMkLst>
            <pc:docMk/>
            <pc:sldMk cId="688248080" sldId="274"/>
            <ac:spMk id="14" creationId="{463EEC44-1BA3-44ED-81FC-A644B04B2A44}"/>
          </ac:spMkLst>
        </pc:spChg>
      </pc:sldChg>
      <pc:sldChg chg="addSp modSp new mod setBg">
        <pc:chgData name="Sabrina Saiphoo" userId="c384fbdc55ec1817" providerId="LiveId" clId="{C7219627-2762-4F40-B5D0-FB5BACC945B4}" dt="2025-12-05T23:18:23.304" v="9582" actId="26606"/>
        <pc:sldMkLst>
          <pc:docMk/>
          <pc:sldMk cId="2800872766" sldId="275"/>
        </pc:sldMkLst>
        <pc:spChg chg="mod">
          <ac:chgData name="Sabrina Saiphoo" userId="c384fbdc55ec1817" providerId="LiveId" clId="{C7219627-2762-4F40-B5D0-FB5BACC945B4}" dt="2025-12-05T23:18:23.304" v="9582" actId="26606"/>
          <ac:spMkLst>
            <pc:docMk/>
            <pc:sldMk cId="2800872766" sldId="275"/>
            <ac:spMk id="2" creationId="{399F0BBB-CFF5-A445-E511-8203383E2DD8}"/>
          </ac:spMkLst>
        </pc:spChg>
        <pc:spChg chg="mod">
          <ac:chgData name="Sabrina Saiphoo" userId="c384fbdc55ec1817" providerId="LiveId" clId="{C7219627-2762-4F40-B5D0-FB5BACC945B4}" dt="2025-12-05T23:18:23.304" v="9582" actId="26606"/>
          <ac:spMkLst>
            <pc:docMk/>
            <pc:sldMk cId="2800872766" sldId="275"/>
            <ac:spMk id="3" creationId="{C173835F-899C-AA16-9FC0-19DE39D31E98}"/>
          </ac:spMkLst>
        </pc:spChg>
        <pc:spChg chg="add">
          <ac:chgData name="Sabrina Saiphoo" userId="c384fbdc55ec1817" providerId="LiveId" clId="{C7219627-2762-4F40-B5D0-FB5BACC945B4}" dt="2025-12-05T23:18:23.304" v="9582" actId="26606"/>
          <ac:spMkLst>
            <pc:docMk/>
            <pc:sldMk cId="2800872766" sldId="275"/>
            <ac:spMk id="8" creationId="{DAF1966E-FD40-4A4A-B61B-C4DF7FA05F06}"/>
          </ac:spMkLst>
        </pc:spChg>
        <pc:spChg chg="add">
          <ac:chgData name="Sabrina Saiphoo" userId="c384fbdc55ec1817" providerId="LiveId" clId="{C7219627-2762-4F40-B5D0-FB5BACC945B4}" dt="2025-12-05T23:18:23.304" v="9582" actId="26606"/>
          <ac:spMkLst>
            <pc:docMk/>
            <pc:sldMk cId="2800872766" sldId="275"/>
            <ac:spMk id="10" creationId="{047BFA19-D45E-416B-A404-7AF2F3F27017}"/>
          </ac:spMkLst>
        </pc:spChg>
        <pc:spChg chg="add">
          <ac:chgData name="Sabrina Saiphoo" userId="c384fbdc55ec1817" providerId="LiveId" clId="{C7219627-2762-4F40-B5D0-FB5BACC945B4}" dt="2025-12-05T23:18:23.304" v="9582" actId="26606"/>
          <ac:spMkLst>
            <pc:docMk/>
            <pc:sldMk cId="2800872766" sldId="275"/>
            <ac:spMk id="12" creationId="{8E0105E7-23DB-4CF2-8258-FF47C7620F6E}"/>
          </ac:spMkLst>
        </pc:spChg>
        <pc:spChg chg="add">
          <ac:chgData name="Sabrina Saiphoo" userId="c384fbdc55ec1817" providerId="LiveId" clId="{C7219627-2762-4F40-B5D0-FB5BACC945B4}" dt="2025-12-05T23:18:23.304" v="9582" actId="26606"/>
          <ac:spMkLst>
            <pc:docMk/>
            <pc:sldMk cId="2800872766" sldId="275"/>
            <ac:spMk id="14" creationId="{074B4F7D-14B2-478B-8BF5-01E4E0C5D263}"/>
          </ac:spMkLst>
        </pc:spChg>
      </pc:sldChg>
      <pc:sldChg chg="addSp delSp modSp new mod setBg modClrScheme chgLayout">
        <pc:chgData name="Sabrina Saiphoo" userId="c384fbdc55ec1817" providerId="LiveId" clId="{C7219627-2762-4F40-B5D0-FB5BACC945B4}" dt="2025-12-05T23:18:53.196" v="9669" actId="20577"/>
        <pc:sldMkLst>
          <pc:docMk/>
          <pc:sldMk cId="3672716716" sldId="276"/>
        </pc:sldMkLst>
        <pc:spChg chg="del mod ord">
          <ac:chgData name="Sabrina Saiphoo" userId="c384fbdc55ec1817" providerId="LiveId" clId="{C7219627-2762-4F40-B5D0-FB5BACC945B4}" dt="2025-12-05T17:18:42.482" v="727" actId="700"/>
          <ac:spMkLst>
            <pc:docMk/>
            <pc:sldMk cId="3672716716" sldId="276"/>
            <ac:spMk id="2" creationId="{39F5E3EF-BCED-63C7-753E-4D1BF2F5A74D}"/>
          </ac:spMkLst>
        </pc:spChg>
        <pc:spChg chg="del mod ord">
          <ac:chgData name="Sabrina Saiphoo" userId="c384fbdc55ec1817" providerId="LiveId" clId="{C7219627-2762-4F40-B5D0-FB5BACC945B4}" dt="2025-12-05T17:18:42.482" v="727" actId="700"/>
          <ac:spMkLst>
            <pc:docMk/>
            <pc:sldMk cId="3672716716" sldId="276"/>
            <ac:spMk id="3" creationId="{DEEE7D26-0A57-1F96-CA63-B690DD49DB91}"/>
          </ac:spMkLst>
        </pc:spChg>
        <pc:spChg chg="add mod ord">
          <ac:chgData name="Sabrina Saiphoo" userId="c384fbdc55ec1817" providerId="LiveId" clId="{C7219627-2762-4F40-B5D0-FB5BACC945B4}" dt="2025-12-05T23:03:08.774" v="8573" actId="26606"/>
          <ac:spMkLst>
            <pc:docMk/>
            <pc:sldMk cId="3672716716" sldId="276"/>
            <ac:spMk id="4" creationId="{847B9BA4-DDB8-BEA2-35A1-F7BD2F81D71F}"/>
          </ac:spMkLst>
        </pc:spChg>
        <pc:spChg chg="add mod ord">
          <ac:chgData name="Sabrina Saiphoo" userId="c384fbdc55ec1817" providerId="LiveId" clId="{C7219627-2762-4F40-B5D0-FB5BACC945B4}" dt="2025-12-05T23:18:53.196" v="9669" actId="20577"/>
          <ac:spMkLst>
            <pc:docMk/>
            <pc:sldMk cId="3672716716" sldId="276"/>
            <ac:spMk id="5" creationId="{EF090D86-9E38-DE45-F322-381004069004}"/>
          </ac:spMkLst>
        </pc:spChg>
        <pc:spChg chg="add">
          <ac:chgData name="Sabrina Saiphoo" userId="c384fbdc55ec1817" providerId="LiveId" clId="{C7219627-2762-4F40-B5D0-FB5BACC945B4}" dt="2025-12-05T23:03:08.774" v="8573" actId="26606"/>
          <ac:spMkLst>
            <pc:docMk/>
            <pc:sldMk cId="3672716716" sldId="276"/>
            <ac:spMk id="10" creationId="{DAF1966E-FD40-4A4A-B61B-C4DF7FA05F06}"/>
          </ac:spMkLst>
        </pc:spChg>
        <pc:spChg chg="add">
          <ac:chgData name="Sabrina Saiphoo" userId="c384fbdc55ec1817" providerId="LiveId" clId="{C7219627-2762-4F40-B5D0-FB5BACC945B4}" dt="2025-12-05T23:03:08.774" v="8573" actId="26606"/>
          <ac:spMkLst>
            <pc:docMk/>
            <pc:sldMk cId="3672716716" sldId="276"/>
            <ac:spMk id="12" creationId="{047BFA19-D45E-416B-A404-7AF2F3F27017}"/>
          </ac:spMkLst>
        </pc:spChg>
        <pc:spChg chg="add">
          <ac:chgData name="Sabrina Saiphoo" userId="c384fbdc55ec1817" providerId="LiveId" clId="{C7219627-2762-4F40-B5D0-FB5BACC945B4}" dt="2025-12-05T23:03:08.774" v="8573" actId="26606"/>
          <ac:spMkLst>
            <pc:docMk/>
            <pc:sldMk cId="3672716716" sldId="276"/>
            <ac:spMk id="14" creationId="{8E0105E7-23DB-4CF2-8258-FF47C7620F6E}"/>
          </ac:spMkLst>
        </pc:spChg>
        <pc:spChg chg="add">
          <ac:chgData name="Sabrina Saiphoo" userId="c384fbdc55ec1817" providerId="LiveId" clId="{C7219627-2762-4F40-B5D0-FB5BACC945B4}" dt="2025-12-05T23:03:08.774" v="8573" actId="26606"/>
          <ac:spMkLst>
            <pc:docMk/>
            <pc:sldMk cId="3672716716" sldId="276"/>
            <ac:spMk id="16" creationId="{074B4F7D-14B2-478B-8BF5-01E4E0C5D263}"/>
          </ac:spMkLst>
        </pc:spChg>
      </pc:sldChg>
      <pc:sldChg chg="addSp modSp new mod">
        <pc:chgData name="Sabrina Saiphoo" userId="c384fbdc55ec1817" providerId="LiveId" clId="{C7219627-2762-4F40-B5D0-FB5BACC945B4}" dt="2025-12-05T23:24:31.991" v="9767" actId="27636"/>
        <pc:sldMkLst>
          <pc:docMk/>
          <pc:sldMk cId="3484402897" sldId="277"/>
        </pc:sldMkLst>
        <pc:spChg chg="mod">
          <ac:chgData name="Sabrina Saiphoo" userId="c384fbdc55ec1817" providerId="LiveId" clId="{C7219627-2762-4F40-B5D0-FB5BACC945B4}" dt="2025-12-05T17:19:04.132" v="766" actId="20577"/>
          <ac:spMkLst>
            <pc:docMk/>
            <pc:sldMk cId="3484402897" sldId="277"/>
            <ac:spMk id="2" creationId="{B34679DC-B13B-D4D1-46F8-998C6510540D}"/>
          </ac:spMkLst>
        </pc:spChg>
        <pc:spChg chg="mod">
          <ac:chgData name="Sabrina Saiphoo" userId="c384fbdc55ec1817" providerId="LiveId" clId="{C7219627-2762-4F40-B5D0-FB5BACC945B4}" dt="2025-12-05T23:24:31.991" v="9767" actId="27636"/>
          <ac:spMkLst>
            <pc:docMk/>
            <pc:sldMk cId="3484402897" sldId="277"/>
            <ac:spMk id="3" creationId="{8C40398D-7486-643F-17E0-747158CF9CE9}"/>
          </ac:spMkLst>
        </pc:spChg>
        <pc:spChg chg="add">
          <ac:chgData name="Sabrina Saiphoo" userId="c384fbdc55ec1817" providerId="LiveId" clId="{C7219627-2762-4F40-B5D0-FB5BACC945B4}" dt="2025-12-05T23:19:57.306" v="9671"/>
          <ac:spMkLst>
            <pc:docMk/>
            <pc:sldMk cId="3484402897" sldId="277"/>
            <ac:spMk id="4" creationId="{76A1BC33-F718-D8C0-43A2-32198449467A}"/>
          </ac:spMkLst>
        </pc:spChg>
        <pc:spChg chg="add">
          <ac:chgData name="Sabrina Saiphoo" userId="c384fbdc55ec1817" providerId="LiveId" clId="{C7219627-2762-4F40-B5D0-FB5BACC945B4}" dt="2025-12-05T23:20:01.380" v="9675"/>
          <ac:spMkLst>
            <pc:docMk/>
            <pc:sldMk cId="3484402897" sldId="277"/>
            <ac:spMk id="5" creationId="{32B94353-E586-CD7D-D717-230C9D3290FE}"/>
          </ac:spMkLst>
        </pc:spChg>
        <pc:spChg chg="add">
          <ac:chgData name="Sabrina Saiphoo" userId="c384fbdc55ec1817" providerId="LiveId" clId="{C7219627-2762-4F40-B5D0-FB5BACC945B4}" dt="2025-12-05T23:20:08.613" v="9676"/>
          <ac:spMkLst>
            <pc:docMk/>
            <pc:sldMk cId="3484402897" sldId="277"/>
            <ac:spMk id="6" creationId="{D5A7CC88-E4A4-5F26-A778-8B4C974C4E21}"/>
          </ac:spMkLst>
        </pc:spChg>
      </pc:sldChg>
      <pc:sldChg chg="addSp delSp modSp new mod setBg">
        <pc:chgData name="Sabrina Saiphoo" userId="c384fbdc55ec1817" providerId="LiveId" clId="{C7219627-2762-4F40-B5D0-FB5BACC945B4}" dt="2025-12-05T22:54:12.577" v="7986" actId="27636"/>
        <pc:sldMkLst>
          <pc:docMk/>
          <pc:sldMk cId="1610408392" sldId="278"/>
        </pc:sldMkLst>
        <pc:spChg chg="mod">
          <ac:chgData name="Sabrina Saiphoo" userId="c384fbdc55ec1817" providerId="LiveId" clId="{C7219627-2762-4F40-B5D0-FB5BACC945B4}" dt="2025-12-05T22:48:23.106" v="7869" actId="1036"/>
          <ac:spMkLst>
            <pc:docMk/>
            <pc:sldMk cId="1610408392" sldId="278"/>
            <ac:spMk id="2" creationId="{66B8FCD5-804E-0578-1A38-A3509A2E9978}"/>
          </ac:spMkLst>
        </pc:spChg>
        <pc:spChg chg="mod">
          <ac:chgData name="Sabrina Saiphoo" userId="c384fbdc55ec1817" providerId="LiveId" clId="{C7219627-2762-4F40-B5D0-FB5BACC945B4}" dt="2025-12-05T22:54:12.577" v="7986" actId="27636"/>
          <ac:spMkLst>
            <pc:docMk/>
            <pc:sldMk cId="1610408392" sldId="278"/>
            <ac:spMk id="3" creationId="{90360C59-5FAF-7B6B-08FC-D58FB9BF36FA}"/>
          </ac:spMkLst>
        </pc:spChg>
        <pc:spChg chg="add del">
          <ac:chgData name="Sabrina Saiphoo" userId="c384fbdc55ec1817" providerId="LiveId" clId="{C7219627-2762-4F40-B5D0-FB5BACC945B4}" dt="2025-12-05T22:38:18.747" v="7817" actId="26606"/>
          <ac:spMkLst>
            <pc:docMk/>
            <pc:sldMk cId="1610408392" sldId="278"/>
            <ac:spMk id="8" creationId="{1C799903-48D5-4A31-A1A2-541072D9771E}"/>
          </ac:spMkLst>
        </pc:spChg>
        <pc:spChg chg="add del">
          <ac:chgData name="Sabrina Saiphoo" userId="c384fbdc55ec1817" providerId="LiveId" clId="{C7219627-2762-4F40-B5D0-FB5BACC945B4}" dt="2025-12-05T22:38:18.747" v="7817" actId="26606"/>
          <ac:spMkLst>
            <pc:docMk/>
            <pc:sldMk cId="1610408392" sldId="278"/>
            <ac:spMk id="10" creationId="{8EFFF109-FC58-4FD3-BE05-9775A1310F55}"/>
          </ac:spMkLst>
        </pc:spChg>
        <pc:spChg chg="add del">
          <ac:chgData name="Sabrina Saiphoo" userId="c384fbdc55ec1817" providerId="LiveId" clId="{C7219627-2762-4F40-B5D0-FB5BACC945B4}" dt="2025-12-05T22:38:18.747" v="7817" actId="26606"/>
          <ac:spMkLst>
            <pc:docMk/>
            <pc:sldMk cId="1610408392" sldId="278"/>
            <ac:spMk id="12" creationId="{E1B96AD6-92A9-4273-A62B-96A1C3E0BA95}"/>
          </ac:spMkLst>
        </pc:spChg>
        <pc:spChg chg="add del">
          <ac:chgData name="Sabrina Saiphoo" userId="c384fbdc55ec1817" providerId="LiveId" clId="{C7219627-2762-4F40-B5D0-FB5BACC945B4}" dt="2025-12-05T22:38:18.747" v="7817" actId="26606"/>
          <ac:spMkLst>
            <pc:docMk/>
            <pc:sldMk cId="1610408392" sldId="278"/>
            <ac:spMk id="14" creationId="{463EEC44-1BA3-44ED-81FC-A644B04B2A44}"/>
          </ac:spMkLst>
        </pc:spChg>
        <pc:spChg chg="add">
          <ac:chgData name="Sabrina Saiphoo" userId="c384fbdc55ec1817" providerId="LiveId" clId="{C7219627-2762-4F40-B5D0-FB5BACC945B4}" dt="2025-12-05T22:38:18.747" v="7817" actId="26606"/>
          <ac:spMkLst>
            <pc:docMk/>
            <pc:sldMk cId="1610408392" sldId="278"/>
            <ac:spMk id="19" creationId="{DAF1966E-FD40-4A4A-B61B-C4DF7FA05F06}"/>
          </ac:spMkLst>
        </pc:spChg>
        <pc:spChg chg="add">
          <ac:chgData name="Sabrina Saiphoo" userId="c384fbdc55ec1817" providerId="LiveId" clId="{C7219627-2762-4F40-B5D0-FB5BACC945B4}" dt="2025-12-05T22:38:18.747" v="7817" actId="26606"/>
          <ac:spMkLst>
            <pc:docMk/>
            <pc:sldMk cId="1610408392" sldId="278"/>
            <ac:spMk id="21" creationId="{047BFA19-D45E-416B-A404-7AF2F3F27017}"/>
          </ac:spMkLst>
        </pc:spChg>
        <pc:spChg chg="add">
          <ac:chgData name="Sabrina Saiphoo" userId="c384fbdc55ec1817" providerId="LiveId" clId="{C7219627-2762-4F40-B5D0-FB5BACC945B4}" dt="2025-12-05T22:38:18.747" v="7817" actId="26606"/>
          <ac:spMkLst>
            <pc:docMk/>
            <pc:sldMk cId="1610408392" sldId="278"/>
            <ac:spMk id="23" creationId="{8E0105E7-23DB-4CF2-8258-FF47C7620F6E}"/>
          </ac:spMkLst>
        </pc:spChg>
        <pc:spChg chg="add">
          <ac:chgData name="Sabrina Saiphoo" userId="c384fbdc55ec1817" providerId="LiveId" clId="{C7219627-2762-4F40-B5D0-FB5BACC945B4}" dt="2025-12-05T22:38:18.747" v="7817" actId="26606"/>
          <ac:spMkLst>
            <pc:docMk/>
            <pc:sldMk cId="1610408392" sldId="278"/>
            <ac:spMk id="25" creationId="{074B4F7D-14B2-478B-8BF5-01E4E0C5D263}"/>
          </ac:spMkLst>
        </pc:spChg>
      </pc:sldChg>
      <pc:sldChg chg="addSp modSp new mod setBg">
        <pc:chgData name="Sabrina Saiphoo" userId="c384fbdc55ec1817" providerId="LiveId" clId="{C7219627-2762-4F40-B5D0-FB5BACC945B4}" dt="2025-12-05T23:09:37.684" v="9571" actId="14100"/>
        <pc:sldMkLst>
          <pc:docMk/>
          <pc:sldMk cId="2055492507" sldId="279"/>
        </pc:sldMkLst>
        <pc:spChg chg="mod">
          <ac:chgData name="Sabrina Saiphoo" userId="c384fbdc55ec1817" providerId="LiveId" clId="{C7219627-2762-4F40-B5D0-FB5BACC945B4}" dt="2025-12-05T22:48:54.483" v="7871" actId="27636"/>
          <ac:spMkLst>
            <pc:docMk/>
            <pc:sldMk cId="2055492507" sldId="279"/>
            <ac:spMk id="2" creationId="{9BF84893-49E0-688B-61C5-2DE14D776A0E}"/>
          </ac:spMkLst>
        </pc:spChg>
        <pc:spChg chg="mod">
          <ac:chgData name="Sabrina Saiphoo" userId="c384fbdc55ec1817" providerId="LiveId" clId="{C7219627-2762-4F40-B5D0-FB5BACC945B4}" dt="2025-12-05T23:09:37.684" v="9571" actId="14100"/>
          <ac:spMkLst>
            <pc:docMk/>
            <pc:sldMk cId="2055492507" sldId="279"/>
            <ac:spMk id="3" creationId="{9E694640-DD72-F039-1AAA-7D6A0AFADD06}"/>
          </ac:spMkLst>
        </pc:spChg>
        <pc:spChg chg="add">
          <ac:chgData name="Sabrina Saiphoo" userId="c384fbdc55ec1817" providerId="LiveId" clId="{C7219627-2762-4F40-B5D0-FB5BACC945B4}" dt="2025-12-05T23:04:16.769" v="8615"/>
          <ac:spMkLst>
            <pc:docMk/>
            <pc:sldMk cId="2055492507" sldId="279"/>
            <ac:spMk id="4" creationId="{2232269A-7F92-E4BF-17EE-3DF71AA42E49}"/>
          </ac:spMkLst>
        </pc:spChg>
        <pc:spChg chg="add">
          <ac:chgData name="Sabrina Saiphoo" userId="c384fbdc55ec1817" providerId="LiveId" clId="{C7219627-2762-4F40-B5D0-FB5BACC945B4}" dt="2025-12-05T22:38:15.607" v="7816" actId="26606"/>
          <ac:spMkLst>
            <pc:docMk/>
            <pc:sldMk cId="2055492507" sldId="279"/>
            <ac:spMk id="8" creationId="{DAF1966E-FD40-4A4A-B61B-C4DF7FA05F06}"/>
          </ac:spMkLst>
        </pc:spChg>
        <pc:spChg chg="add">
          <ac:chgData name="Sabrina Saiphoo" userId="c384fbdc55ec1817" providerId="LiveId" clId="{C7219627-2762-4F40-B5D0-FB5BACC945B4}" dt="2025-12-05T22:38:15.607" v="7816" actId="26606"/>
          <ac:spMkLst>
            <pc:docMk/>
            <pc:sldMk cId="2055492507" sldId="279"/>
            <ac:spMk id="10" creationId="{047BFA19-D45E-416B-A404-7AF2F3F27017}"/>
          </ac:spMkLst>
        </pc:spChg>
        <pc:spChg chg="add">
          <ac:chgData name="Sabrina Saiphoo" userId="c384fbdc55ec1817" providerId="LiveId" clId="{C7219627-2762-4F40-B5D0-FB5BACC945B4}" dt="2025-12-05T22:38:15.607" v="7816" actId="26606"/>
          <ac:spMkLst>
            <pc:docMk/>
            <pc:sldMk cId="2055492507" sldId="279"/>
            <ac:spMk id="12" creationId="{8E0105E7-23DB-4CF2-8258-FF47C7620F6E}"/>
          </ac:spMkLst>
        </pc:spChg>
        <pc:spChg chg="add">
          <ac:chgData name="Sabrina Saiphoo" userId="c384fbdc55ec1817" providerId="LiveId" clId="{C7219627-2762-4F40-B5D0-FB5BACC945B4}" dt="2025-12-05T22:38:15.607" v="7816" actId="26606"/>
          <ac:spMkLst>
            <pc:docMk/>
            <pc:sldMk cId="2055492507" sldId="279"/>
            <ac:spMk id="14" creationId="{074B4F7D-14B2-478B-8BF5-01E4E0C5D263}"/>
          </ac:spMkLst>
        </pc:spChg>
      </pc:sldChg>
      <pc:sldChg chg="modSp add mod">
        <pc:chgData name="Sabrina Saiphoo" userId="c384fbdc55ec1817" providerId="LiveId" clId="{C7219627-2762-4F40-B5D0-FB5BACC945B4}" dt="2025-12-05T20:45:42.148" v="2915"/>
        <pc:sldMkLst>
          <pc:docMk/>
          <pc:sldMk cId="366308488" sldId="280"/>
        </pc:sldMkLst>
        <pc:spChg chg="mod">
          <ac:chgData name="Sabrina Saiphoo" userId="c384fbdc55ec1817" providerId="LiveId" clId="{C7219627-2762-4F40-B5D0-FB5BACC945B4}" dt="2025-12-05T20:27:47.042" v="2047"/>
          <ac:spMkLst>
            <pc:docMk/>
            <pc:sldMk cId="366308488" sldId="280"/>
            <ac:spMk id="2" creationId="{CB7E62E6-008C-32B7-CD27-2EA98F0EB0C1}"/>
          </ac:spMkLst>
        </pc:spChg>
        <pc:spChg chg="mod">
          <ac:chgData name="Sabrina Saiphoo" userId="c384fbdc55ec1817" providerId="LiveId" clId="{C7219627-2762-4F40-B5D0-FB5BACC945B4}" dt="2025-12-05T20:45:42.148" v="2915"/>
          <ac:spMkLst>
            <pc:docMk/>
            <pc:sldMk cId="366308488" sldId="280"/>
            <ac:spMk id="3" creationId="{DBCE8B42-DD30-4BC0-6BCD-33EF1CC72039}"/>
          </ac:spMkLst>
        </pc:spChg>
      </pc:sldChg>
      <pc:sldChg chg="new del">
        <pc:chgData name="Sabrina Saiphoo" userId="c384fbdc55ec1817" providerId="LiveId" clId="{C7219627-2762-4F40-B5D0-FB5BACC945B4}" dt="2025-12-05T21:10:43.711" v="4283" actId="47"/>
        <pc:sldMkLst>
          <pc:docMk/>
          <pc:sldMk cId="3834998851" sldId="281"/>
        </pc:sldMkLst>
      </pc:sldChg>
      <pc:sldChg chg="delSp modSp add del mod setBg delDesignElem">
        <pc:chgData name="Sabrina Saiphoo" userId="c384fbdc55ec1817" providerId="LiveId" clId="{C7219627-2762-4F40-B5D0-FB5BACC945B4}" dt="2025-12-05T21:11:09.085" v="4288" actId="47"/>
        <pc:sldMkLst>
          <pc:docMk/>
          <pc:sldMk cId="1389495227" sldId="282"/>
        </pc:sldMkLst>
        <pc:spChg chg="mod">
          <ac:chgData name="Sabrina Saiphoo" userId="c384fbdc55ec1817" providerId="LiveId" clId="{C7219627-2762-4F40-B5D0-FB5BACC945B4}" dt="2025-12-05T21:10:50.480" v="4284" actId="14100"/>
          <ac:spMkLst>
            <pc:docMk/>
            <pc:sldMk cId="1389495227" sldId="282"/>
            <ac:spMk id="3" creationId="{0ACDB7EF-086D-ACC8-FCDE-F00D09767D51}"/>
          </ac:spMkLst>
        </pc:spChg>
        <pc:spChg chg="del">
          <ac:chgData name="Sabrina Saiphoo" userId="c384fbdc55ec1817" providerId="LiveId" clId="{C7219627-2762-4F40-B5D0-FB5BACC945B4}" dt="2025-12-05T21:10:42.108" v="4282"/>
          <ac:spMkLst>
            <pc:docMk/>
            <pc:sldMk cId="1389495227" sldId="282"/>
            <ac:spMk id="8" creationId="{E2B94FD8-81C6-82B0-7387-3D3B7534279D}"/>
          </ac:spMkLst>
        </pc:spChg>
        <pc:spChg chg="del">
          <ac:chgData name="Sabrina Saiphoo" userId="c384fbdc55ec1817" providerId="LiveId" clId="{C7219627-2762-4F40-B5D0-FB5BACC945B4}" dt="2025-12-05T21:10:42.108" v="4282"/>
          <ac:spMkLst>
            <pc:docMk/>
            <pc:sldMk cId="1389495227" sldId="282"/>
            <ac:spMk id="10" creationId="{45BAFA30-DDBC-13D9-BA30-6A228BEEC4F7}"/>
          </ac:spMkLst>
        </pc:spChg>
        <pc:spChg chg="del">
          <ac:chgData name="Sabrina Saiphoo" userId="c384fbdc55ec1817" providerId="LiveId" clId="{C7219627-2762-4F40-B5D0-FB5BACC945B4}" dt="2025-12-05T21:10:42.108" v="4282"/>
          <ac:spMkLst>
            <pc:docMk/>
            <pc:sldMk cId="1389495227" sldId="282"/>
            <ac:spMk id="12" creationId="{4488FBA2-F01F-371C-5CDA-A047FF1023FD}"/>
          </ac:spMkLst>
        </pc:spChg>
        <pc:spChg chg="del">
          <ac:chgData name="Sabrina Saiphoo" userId="c384fbdc55ec1817" providerId="LiveId" clId="{C7219627-2762-4F40-B5D0-FB5BACC945B4}" dt="2025-12-05T21:10:42.108" v="4282"/>
          <ac:spMkLst>
            <pc:docMk/>
            <pc:sldMk cId="1389495227" sldId="282"/>
            <ac:spMk id="14" creationId="{309FFC56-6494-201F-AD03-0D40FC2977F8}"/>
          </ac:spMkLst>
        </pc:spChg>
      </pc:sldChg>
      <pc:sldChg chg="addSp delSp modSp add mod setBg delDesignElem">
        <pc:chgData name="Sabrina Saiphoo" userId="c384fbdc55ec1817" providerId="LiveId" clId="{C7219627-2762-4F40-B5D0-FB5BACC945B4}" dt="2025-12-05T23:25:59.022" v="9879" actId="20577"/>
        <pc:sldMkLst>
          <pc:docMk/>
          <pc:sldMk cId="2625460151" sldId="283"/>
        </pc:sldMkLst>
        <pc:spChg chg="mod">
          <ac:chgData name="Sabrina Saiphoo" userId="c384fbdc55ec1817" providerId="LiveId" clId="{C7219627-2762-4F40-B5D0-FB5BACC945B4}" dt="2025-12-05T23:25:59.022" v="9879" actId="20577"/>
          <ac:spMkLst>
            <pc:docMk/>
            <pc:sldMk cId="2625460151" sldId="283"/>
            <ac:spMk id="2" creationId="{8E27C98F-02FF-39F5-75CD-1F0B4831040F}"/>
          </ac:spMkLst>
        </pc:spChg>
        <pc:spChg chg="mod">
          <ac:chgData name="Sabrina Saiphoo" userId="c384fbdc55ec1817" providerId="LiveId" clId="{C7219627-2762-4F40-B5D0-FB5BACC945B4}" dt="2025-12-05T22:02:50.990" v="6160" actId="255"/>
          <ac:spMkLst>
            <pc:docMk/>
            <pc:sldMk cId="2625460151" sldId="283"/>
            <ac:spMk id="3" creationId="{7209E88C-0B6D-FAD6-2EE1-BD340BE3D1E4}"/>
          </ac:spMkLst>
        </pc:spChg>
        <pc:spChg chg="add">
          <ac:chgData name="Sabrina Saiphoo" userId="c384fbdc55ec1817" providerId="LiveId" clId="{C7219627-2762-4F40-B5D0-FB5BACC945B4}" dt="2025-12-05T21:11:04.547" v="4287" actId="26606"/>
          <ac:spMkLst>
            <pc:docMk/>
            <pc:sldMk cId="2625460151" sldId="283"/>
            <ac:spMk id="5" creationId="{DAF1966E-FD40-4A4A-B61B-C4DF7FA05F06}"/>
          </ac:spMkLst>
        </pc:spChg>
        <pc:spChg chg="add">
          <ac:chgData name="Sabrina Saiphoo" userId="c384fbdc55ec1817" providerId="LiveId" clId="{C7219627-2762-4F40-B5D0-FB5BACC945B4}" dt="2025-12-05T21:11:04.547" v="4287" actId="26606"/>
          <ac:spMkLst>
            <pc:docMk/>
            <pc:sldMk cId="2625460151" sldId="283"/>
            <ac:spMk id="6" creationId="{047BFA19-D45E-416B-A404-7AF2F3F27017}"/>
          </ac:spMkLst>
        </pc:spChg>
        <pc:spChg chg="add">
          <ac:chgData name="Sabrina Saiphoo" userId="c384fbdc55ec1817" providerId="LiveId" clId="{C7219627-2762-4F40-B5D0-FB5BACC945B4}" dt="2025-12-05T21:11:04.547" v="4287" actId="26606"/>
          <ac:spMkLst>
            <pc:docMk/>
            <pc:sldMk cId="2625460151" sldId="283"/>
            <ac:spMk id="7" creationId="{8E0105E7-23DB-4CF2-8258-FF47C7620F6E}"/>
          </ac:spMkLst>
        </pc:spChg>
        <pc:spChg chg="del">
          <ac:chgData name="Sabrina Saiphoo" userId="c384fbdc55ec1817" providerId="LiveId" clId="{C7219627-2762-4F40-B5D0-FB5BACC945B4}" dt="2025-12-05T21:10:55.379" v="4286"/>
          <ac:spMkLst>
            <pc:docMk/>
            <pc:sldMk cId="2625460151" sldId="283"/>
            <ac:spMk id="8" creationId="{E42FF01C-3422-9A0B-736E-59F8BF553899}"/>
          </ac:spMkLst>
        </pc:spChg>
        <pc:spChg chg="add">
          <ac:chgData name="Sabrina Saiphoo" userId="c384fbdc55ec1817" providerId="LiveId" clId="{C7219627-2762-4F40-B5D0-FB5BACC945B4}" dt="2025-12-05T21:11:04.547" v="4287" actId="26606"/>
          <ac:spMkLst>
            <pc:docMk/>
            <pc:sldMk cId="2625460151" sldId="283"/>
            <ac:spMk id="9" creationId="{074B4F7D-14B2-478B-8BF5-01E4E0C5D263}"/>
          </ac:spMkLst>
        </pc:spChg>
        <pc:spChg chg="del">
          <ac:chgData name="Sabrina Saiphoo" userId="c384fbdc55ec1817" providerId="LiveId" clId="{C7219627-2762-4F40-B5D0-FB5BACC945B4}" dt="2025-12-05T21:10:55.379" v="4286"/>
          <ac:spMkLst>
            <pc:docMk/>
            <pc:sldMk cId="2625460151" sldId="283"/>
            <ac:spMk id="10" creationId="{C3C454A5-6CD9-67F7-4428-3AAF59667DF8}"/>
          </ac:spMkLst>
        </pc:spChg>
        <pc:spChg chg="del">
          <ac:chgData name="Sabrina Saiphoo" userId="c384fbdc55ec1817" providerId="LiveId" clId="{C7219627-2762-4F40-B5D0-FB5BACC945B4}" dt="2025-12-05T21:10:55.379" v="4286"/>
          <ac:spMkLst>
            <pc:docMk/>
            <pc:sldMk cId="2625460151" sldId="283"/>
            <ac:spMk id="12" creationId="{DC8D35CA-F847-45DC-0023-E475253ED2DC}"/>
          </ac:spMkLst>
        </pc:spChg>
        <pc:spChg chg="del">
          <ac:chgData name="Sabrina Saiphoo" userId="c384fbdc55ec1817" providerId="LiveId" clId="{C7219627-2762-4F40-B5D0-FB5BACC945B4}" dt="2025-12-05T21:10:55.379" v="4286"/>
          <ac:spMkLst>
            <pc:docMk/>
            <pc:sldMk cId="2625460151" sldId="283"/>
            <ac:spMk id="14" creationId="{DF6209DC-7758-0EEA-F70A-ED739E4D1B63}"/>
          </ac:spMkLst>
        </pc:spChg>
        <pc:picChg chg="add mod">
          <ac:chgData name="Sabrina Saiphoo" userId="c384fbdc55ec1817" providerId="LiveId" clId="{C7219627-2762-4F40-B5D0-FB5BACC945B4}" dt="2025-12-05T21:40:48.973" v="5064" actId="1035"/>
          <ac:picMkLst>
            <pc:docMk/>
            <pc:sldMk cId="2625460151" sldId="283"/>
            <ac:picMk id="11" creationId="{01DA37CE-CC99-8CFD-28AE-ECA84B58416D}"/>
          </ac:picMkLst>
        </pc:picChg>
        <pc:picChg chg="add mod">
          <ac:chgData name="Sabrina Saiphoo" userId="c384fbdc55ec1817" providerId="LiveId" clId="{C7219627-2762-4F40-B5D0-FB5BACC945B4}" dt="2025-12-05T21:40:48.973" v="5064" actId="1035"/>
          <ac:picMkLst>
            <pc:docMk/>
            <pc:sldMk cId="2625460151" sldId="283"/>
            <ac:picMk id="15" creationId="{3751DCBC-9091-39FB-A75F-C6175F7652C6}"/>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AC6BF1A-983A-420E-A5CD-2CAE86483BE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5CD1C98-1C77-47AD-8EEE-E6D644573DD1}">
      <dgm:prSet custT="1"/>
      <dgm:spPr/>
      <dgm:t>
        <a:bodyPr/>
        <a:lstStyle/>
        <a:p>
          <a:pPr>
            <a:lnSpc>
              <a:spcPct val="100000"/>
            </a:lnSpc>
            <a:buNone/>
          </a:pPr>
          <a:r>
            <a:rPr lang="en-US" sz="1500" i="0" dirty="0"/>
            <a:t>Retrieved ITS (400-800 bp) and ERG11 (1000-2500 bp) sequences for 6 Candida species using </a:t>
          </a:r>
          <a:r>
            <a:rPr lang="en-US" sz="1500" i="0" dirty="0" err="1"/>
            <a:t>rentrez</a:t>
          </a:r>
          <a:r>
            <a:rPr lang="en-US" sz="1500" i="0" dirty="0"/>
            <a:t>.</a:t>
          </a:r>
        </a:p>
      </dgm:t>
    </dgm:pt>
    <dgm:pt modelId="{49E23915-F06E-4145-99E4-556C5FD8DA1E}" type="parTrans" cxnId="{77593C1A-5E42-4011-88D6-09FF4728356F}">
      <dgm:prSet/>
      <dgm:spPr/>
      <dgm:t>
        <a:bodyPr/>
        <a:lstStyle/>
        <a:p>
          <a:endParaRPr lang="en-US"/>
        </a:p>
      </dgm:t>
    </dgm:pt>
    <dgm:pt modelId="{14C0647D-329C-4D92-BF49-2FB7101287C9}" type="sibTrans" cxnId="{77593C1A-5E42-4011-88D6-09FF4728356F}">
      <dgm:prSet/>
      <dgm:spPr/>
      <dgm:t>
        <a:bodyPr/>
        <a:lstStyle/>
        <a:p>
          <a:pPr>
            <a:lnSpc>
              <a:spcPct val="100000"/>
            </a:lnSpc>
          </a:pPr>
          <a:endParaRPr lang="en-US"/>
        </a:p>
      </dgm:t>
    </dgm:pt>
    <dgm:pt modelId="{03B077EA-C43A-449E-9BDC-5CBB4536A4B3}">
      <dgm:prSet custT="1"/>
      <dgm:spPr/>
      <dgm:t>
        <a:bodyPr/>
        <a:lstStyle/>
        <a:p>
          <a:pPr>
            <a:lnSpc>
              <a:spcPct val="100000"/>
            </a:lnSpc>
          </a:pPr>
          <a:r>
            <a:rPr lang="en-US" sz="1500" dirty="0"/>
            <a:t>Standardized species names. Balanced the dataset by selecting an equal number of sequences per species. </a:t>
          </a:r>
        </a:p>
      </dgm:t>
    </dgm:pt>
    <dgm:pt modelId="{F93C7850-602A-4C0A-8901-60B815AC6E80}" type="parTrans" cxnId="{E7F3E8F7-F174-4911-900D-AA907AF76BA5}">
      <dgm:prSet/>
      <dgm:spPr/>
      <dgm:t>
        <a:bodyPr/>
        <a:lstStyle/>
        <a:p>
          <a:endParaRPr lang="en-US"/>
        </a:p>
      </dgm:t>
    </dgm:pt>
    <dgm:pt modelId="{D3032569-2B4C-48EB-AD86-693796CD85DC}" type="sibTrans" cxnId="{E7F3E8F7-F174-4911-900D-AA907AF76BA5}">
      <dgm:prSet/>
      <dgm:spPr/>
      <dgm:t>
        <a:bodyPr/>
        <a:lstStyle/>
        <a:p>
          <a:pPr>
            <a:lnSpc>
              <a:spcPct val="100000"/>
            </a:lnSpc>
          </a:pPr>
          <a:endParaRPr lang="en-US"/>
        </a:p>
      </dgm:t>
    </dgm:pt>
    <dgm:pt modelId="{EEEF7582-72CC-4A5B-A1C1-48BE8E6114B3}">
      <dgm:prSet custT="1"/>
      <dgm:spPr/>
      <dgm:t>
        <a:bodyPr/>
        <a:lstStyle/>
        <a:p>
          <a:pPr>
            <a:lnSpc>
              <a:spcPct val="100000"/>
            </a:lnSpc>
          </a:pPr>
          <a:r>
            <a:rPr lang="en-US" sz="1500" dirty="0"/>
            <a:t>Measured sequence similarity using both alignment-based distances and simple sequence features.</a:t>
          </a:r>
        </a:p>
      </dgm:t>
    </dgm:pt>
    <dgm:pt modelId="{B5C12FD6-B0B5-42F1-9854-C852364B866E}" type="parTrans" cxnId="{7C00208D-3613-4C30-9697-E86D63BC35F1}">
      <dgm:prSet/>
      <dgm:spPr/>
      <dgm:t>
        <a:bodyPr/>
        <a:lstStyle/>
        <a:p>
          <a:endParaRPr lang="en-US"/>
        </a:p>
      </dgm:t>
    </dgm:pt>
    <dgm:pt modelId="{8B83DE03-2C03-477F-B4FD-1488BE89973C}" type="sibTrans" cxnId="{7C00208D-3613-4C30-9697-E86D63BC35F1}">
      <dgm:prSet/>
      <dgm:spPr/>
      <dgm:t>
        <a:bodyPr/>
        <a:lstStyle/>
        <a:p>
          <a:pPr>
            <a:lnSpc>
              <a:spcPct val="100000"/>
            </a:lnSpc>
          </a:pPr>
          <a:endParaRPr lang="en-US"/>
        </a:p>
      </dgm:t>
    </dgm:pt>
    <dgm:pt modelId="{C140762B-4D4A-491E-B5E1-755F3BC9681E}">
      <dgm:prSet custT="1"/>
      <dgm:spPr/>
      <dgm:t>
        <a:bodyPr/>
        <a:lstStyle/>
        <a:p>
          <a:pPr>
            <a:lnSpc>
              <a:spcPct val="100000"/>
            </a:lnSpc>
          </a:pPr>
          <a:r>
            <a:rPr lang="en-US" sz="1500" dirty="0"/>
            <a:t>Performed hierarchical clustering, PCA, and NMDS to visualize how sequences cluster by species and resistance group.</a:t>
          </a:r>
        </a:p>
      </dgm:t>
    </dgm:pt>
    <dgm:pt modelId="{C124B225-AF55-4BED-8937-31EB9F209E4F}" type="parTrans" cxnId="{DA94ED4F-5C50-4265-88A1-0A2E57B2F9A1}">
      <dgm:prSet/>
      <dgm:spPr/>
      <dgm:t>
        <a:bodyPr/>
        <a:lstStyle/>
        <a:p>
          <a:endParaRPr lang="en-US"/>
        </a:p>
      </dgm:t>
    </dgm:pt>
    <dgm:pt modelId="{DF0738EB-F645-489B-A6D9-6882B743A1E6}" type="sibTrans" cxnId="{DA94ED4F-5C50-4265-88A1-0A2E57B2F9A1}">
      <dgm:prSet/>
      <dgm:spPr/>
      <dgm:t>
        <a:bodyPr/>
        <a:lstStyle/>
        <a:p>
          <a:pPr>
            <a:lnSpc>
              <a:spcPct val="100000"/>
            </a:lnSpc>
          </a:pPr>
          <a:endParaRPr lang="en-US"/>
        </a:p>
      </dgm:t>
    </dgm:pt>
    <dgm:pt modelId="{09AC9CFC-3327-4A55-AFC4-F946460B3C86}">
      <dgm:prSet custT="1"/>
      <dgm:spPr/>
      <dgm:t>
        <a:bodyPr/>
        <a:lstStyle/>
        <a:p>
          <a:pPr>
            <a:lnSpc>
              <a:spcPct val="100000"/>
            </a:lnSpc>
          </a:pPr>
          <a:r>
            <a:rPr lang="en-US" sz="1600" dirty="0"/>
            <a:t>Used silhouette and Dunn indices to quantitatively compare clustering performance between ITS and ERG11.</a:t>
          </a:r>
        </a:p>
      </dgm:t>
    </dgm:pt>
    <dgm:pt modelId="{28E9CA53-D7E3-489A-885A-8AC7D860CC2E}" type="parTrans" cxnId="{E1DB8C18-CEE5-4802-A1A2-F8B795C1FA92}">
      <dgm:prSet/>
      <dgm:spPr/>
      <dgm:t>
        <a:bodyPr/>
        <a:lstStyle/>
        <a:p>
          <a:endParaRPr lang="en-US"/>
        </a:p>
      </dgm:t>
    </dgm:pt>
    <dgm:pt modelId="{304C8F78-4721-4250-8475-6FE3236B3024}" type="sibTrans" cxnId="{E1DB8C18-CEE5-4802-A1A2-F8B795C1FA92}">
      <dgm:prSet/>
      <dgm:spPr/>
      <dgm:t>
        <a:bodyPr/>
        <a:lstStyle/>
        <a:p>
          <a:endParaRPr lang="en-US"/>
        </a:p>
      </dgm:t>
    </dgm:pt>
    <dgm:pt modelId="{AC1CC09A-F0ED-4066-85B6-01A7E1DCD2C8}" type="pres">
      <dgm:prSet presAssocID="{BAC6BF1A-983A-420E-A5CD-2CAE86483BE6}" presName="root" presStyleCnt="0">
        <dgm:presLayoutVars>
          <dgm:dir/>
          <dgm:resizeHandles val="exact"/>
        </dgm:presLayoutVars>
      </dgm:prSet>
      <dgm:spPr/>
    </dgm:pt>
    <dgm:pt modelId="{C4EBD749-EF61-4D59-9DF1-766665EE7165}" type="pres">
      <dgm:prSet presAssocID="{C5CD1C98-1C77-47AD-8EEE-E6D644573DD1}" presName="compNode" presStyleCnt="0"/>
      <dgm:spPr/>
    </dgm:pt>
    <dgm:pt modelId="{2FA8AC63-6B4F-46EC-8C3D-2ED3AD097594}" type="pres">
      <dgm:prSet presAssocID="{C5CD1C98-1C77-47AD-8EEE-E6D644573DD1}" presName="bgRect" presStyleLbl="bgShp" presStyleIdx="0" presStyleCnt="5"/>
      <dgm:spPr/>
    </dgm:pt>
    <dgm:pt modelId="{6BFBF559-CDEF-4580-B401-48E82460BB53}" type="pres">
      <dgm:prSet presAssocID="{C5CD1C98-1C77-47AD-8EEE-E6D644573DD1}"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tri Dish outline"/>
        </a:ext>
      </dgm:extLst>
    </dgm:pt>
    <dgm:pt modelId="{32503338-4CDB-41B3-8A7A-4B990E0E02EE}" type="pres">
      <dgm:prSet presAssocID="{C5CD1C98-1C77-47AD-8EEE-E6D644573DD1}" presName="spaceRect" presStyleCnt="0"/>
      <dgm:spPr/>
    </dgm:pt>
    <dgm:pt modelId="{4C0FCAA2-77E9-4827-8A0A-509D616B5D45}" type="pres">
      <dgm:prSet presAssocID="{C5CD1C98-1C77-47AD-8EEE-E6D644573DD1}" presName="parTx" presStyleLbl="revTx" presStyleIdx="0" presStyleCnt="5">
        <dgm:presLayoutVars>
          <dgm:chMax val="0"/>
          <dgm:chPref val="0"/>
        </dgm:presLayoutVars>
      </dgm:prSet>
      <dgm:spPr/>
    </dgm:pt>
    <dgm:pt modelId="{44A16616-7416-40B0-9737-FF7464C7A69C}" type="pres">
      <dgm:prSet presAssocID="{14C0647D-329C-4D92-BF49-2FB7101287C9}" presName="sibTrans" presStyleCnt="0"/>
      <dgm:spPr/>
    </dgm:pt>
    <dgm:pt modelId="{89F0E05D-AC4C-4E0F-9008-CCC8E592D5D3}" type="pres">
      <dgm:prSet presAssocID="{03B077EA-C43A-449E-9BDC-5CBB4536A4B3}" presName="compNode" presStyleCnt="0"/>
      <dgm:spPr/>
    </dgm:pt>
    <dgm:pt modelId="{2ED1D541-615F-4111-8835-20FC4CD76FF6}" type="pres">
      <dgm:prSet presAssocID="{03B077EA-C43A-449E-9BDC-5CBB4536A4B3}" presName="bgRect" presStyleLbl="bgShp" presStyleIdx="1" presStyleCnt="5"/>
      <dgm:spPr/>
    </dgm:pt>
    <dgm:pt modelId="{69A0DE04-1FBC-4A51-BDB2-F012654E1CC9}" type="pres">
      <dgm:prSet presAssocID="{03B077EA-C43A-449E-9BDC-5CBB4536A4B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305715E-63E8-4A49-B27B-EA05DDBEE291}" type="pres">
      <dgm:prSet presAssocID="{03B077EA-C43A-449E-9BDC-5CBB4536A4B3}" presName="spaceRect" presStyleCnt="0"/>
      <dgm:spPr/>
    </dgm:pt>
    <dgm:pt modelId="{4119508D-B5D5-407B-B822-DC79BCEAF736}" type="pres">
      <dgm:prSet presAssocID="{03B077EA-C43A-449E-9BDC-5CBB4536A4B3}" presName="parTx" presStyleLbl="revTx" presStyleIdx="1" presStyleCnt="5">
        <dgm:presLayoutVars>
          <dgm:chMax val="0"/>
          <dgm:chPref val="0"/>
        </dgm:presLayoutVars>
      </dgm:prSet>
      <dgm:spPr/>
    </dgm:pt>
    <dgm:pt modelId="{19B46916-E424-4E69-B1CF-6CC65D518F2F}" type="pres">
      <dgm:prSet presAssocID="{D3032569-2B4C-48EB-AD86-693796CD85DC}" presName="sibTrans" presStyleCnt="0"/>
      <dgm:spPr/>
    </dgm:pt>
    <dgm:pt modelId="{39BA98A9-8166-42B5-999E-F791D2F5AF31}" type="pres">
      <dgm:prSet presAssocID="{EEEF7582-72CC-4A5B-A1C1-48BE8E6114B3}" presName="compNode" presStyleCnt="0"/>
      <dgm:spPr/>
    </dgm:pt>
    <dgm:pt modelId="{0C61B693-2F03-46AA-8354-AEA924CE0831}" type="pres">
      <dgm:prSet presAssocID="{EEEF7582-72CC-4A5B-A1C1-48BE8E6114B3}" presName="bgRect" presStyleLbl="bgShp" presStyleIdx="2" presStyleCnt="5"/>
      <dgm:spPr/>
    </dgm:pt>
    <dgm:pt modelId="{12D3E1A7-66F4-4D49-8FFD-0601E3BEF287}" type="pres">
      <dgm:prSet presAssocID="{EEEF7582-72CC-4A5B-A1C1-48BE8E6114B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enn Diagram"/>
        </a:ext>
      </dgm:extLst>
    </dgm:pt>
    <dgm:pt modelId="{3689EFA6-5AAD-4FDF-B04A-2BE3CA342A5F}" type="pres">
      <dgm:prSet presAssocID="{EEEF7582-72CC-4A5B-A1C1-48BE8E6114B3}" presName="spaceRect" presStyleCnt="0"/>
      <dgm:spPr/>
    </dgm:pt>
    <dgm:pt modelId="{DE8CCB3E-3744-4A8D-BD3E-E0A93EB384FF}" type="pres">
      <dgm:prSet presAssocID="{EEEF7582-72CC-4A5B-A1C1-48BE8E6114B3}" presName="parTx" presStyleLbl="revTx" presStyleIdx="2" presStyleCnt="5">
        <dgm:presLayoutVars>
          <dgm:chMax val="0"/>
          <dgm:chPref val="0"/>
        </dgm:presLayoutVars>
      </dgm:prSet>
      <dgm:spPr/>
    </dgm:pt>
    <dgm:pt modelId="{7B1E60D1-8656-4246-9229-C3B4B043E4D3}" type="pres">
      <dgm:prSet presAssocID="{8B83DE03-2C03-477F-B4FD-1488BE89973C}" presName="sibTrans" presStyleCnt="0"/>
      <dgm:spPr/>
    </dgm:pt>
    <dgm:pt modelId="{10765627-C468-439C-8386-5E8F074D2206}" type="pres">
      <dgm:prSet presAssocID="{C140762B-4D4A-491E-B5E1-755F3BC9681E}" presName="compNode" presStyleCnt="0"/>
      <dgm:spPr/>
    </dgm:pt>
    <dgm:pt modelId="{17295395-0900-4D29-9A33-85F8F0979CF8}" type="pres">
      <dgm:prSet presAssocID="{C140762B-4D4A-491E-B5E1-755F3BC9681E}" presName="bgRect" presStyleLbl="bgShp" presStyleIdx="3" presStyleCnt="5"/>
      <dgm:spPr/>
    </dgm:pt>
    <dgm:pt modelId="{249DF36A-1C09-40E4-9F97-602D2FC4D962}" type="pres">
      <dgm:prSet presAssocID="{C140762B-4D4A-491E-B5E1-755F3BC9681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E1CA3635-2686-4516-B2C4-0DB7B3A5E051}" type="pres">
      <dgm:prSet presAssocID="{C140762B-4D4A-491E-B5E1-755F3BC9681E}" presName="spaceRect" presStyleCnt="0"/>
      <dgm:spPr/>
    </dgm:pt>
    <dgm:pt modelId="{7C549CBF-C0A5-423A-B7E4-A2D9F3E75EAD}" type="pres">
      <dgm:prSet presAssocID="{C140762B-4D4A-491E-B5E1-755F3BC9681E}" presName="parTx" presStyleLbl="revTx" presStyleIdx="3" presStyleCnt="5">
        <dgm:presLayoutVars>
          <dgm:chMax val="0"/>
          <dgm:chPref val="0"/>
        </dgm:presLayoutVars>
      </dgm:prSet>
      <dgm:spPr/>
    </dgm:pt>
    <dgm:pt modelId="{F6B157DF-36AA-4D74-B080-0455EB25AD03}" type="pres">
      <dgm:prSet presAssocID="{DF0738EB-F645-489B-A6D9-6882B743A1E6}" presName="sibTrans" presStyleCnt="0"/>
      <dgm:spPr/>
    </dgm:pt>
    <dgm:pt modelId="{E9AC44F8-A3DE-496E-B198-09167E343957}" type="pres">
      <dgm:prSet presAssocID="{09AC9CFC-3327-4A55-AFC4-F946460B3C86}" presName="compNode" presStyleCnt="0"/>
      <dgm:spPr/>
    </dgm:pt>
    <dgm:pt modelId="{F7882DC5-329E-4C9C-950E-C38B2110F6A0}" type="pres">
      <dgm:prSet presAssocID="{09AC9CFC-3327-4A55-AFC4-F946460B3C86}" presName="bgRect" presStyleLbl="bgShp" presStyleIdx="4" presStyleCnt="5"/>
      <dgm:spPr/>
    </dgm:pt>
    <dgm:pt modelId="{12387919-98AF-4DE8-9113-F3A4AAB822F6}" type="pres">
      <dgm:prSet presAssocID="{09AC9CFC-3327-4A55-AFC4-F946460B3C8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6DB34E54-F82C-4093-98FB-9BD6A8F1304D}" type="pres">
      <dgm:prSet presAssocID="{09AC9CFC-3327-4A55-AFC4-F946460B3C86}" presName="spaceRect" presStyleCnt="0"/>
      <dgm:spPr/>
    </dgm:pt>
    <dgm:pt modelId="{C1B347F2-17DB-4680-9E28-CB52585C31B1}" type="pres">
      <dgm:prSet presAssocID="{09AC9CFC-3327-4A55-AFC4-F946460B3C86}" presName="parTx" presStyleLbl="revTx" presStyleIdx="4" presStyleCnt="5">
        <dgm:presLayoutVars>
          <dgm:chMax val="0"/>
          <dgm:chPref val="0"/>
        </dgm:presLayoutVars>
      </dgm:prSet>
      <dgm:spPr/>
    </dgm:pt>
  </dgm:ptLst>
  <dgm:cxnLst>
    <dgm:cxn modelId="{E47EA007-D210-47F2-B2F6-4C4D3223C058}" type="presOf" srcId="{C5CD1C98-1C77-47AD-8EEE-E6D644573DD1}" destId="{4C0FCAA2-77E9-4827-8A0A-509D616B5D45}" srcOrd="0" destOrd="0" presId="urn:microsoft.com/office/officeart/2018/2/layout/IconVerticalSolidList"/>
    <dgm:cxn modelId="{E1DB8C18-CEE5-4802-A1A2-F8B795C1FA92}" srcId="{BAC6BF1A-983A-420E-A5CD-2CAE86483BE6}" destId="{09AC9CFC-3327-4A55-AFC4-F946460B3C86}" srcOrd="4" destOrd="0" parTransId="{28E9CA53-D7E3-489A-885A-8AC7D860CC2E}" sibTransId="{304C8F78-4721-4250-8475-6FE3236B3024}"/>
    <dgm:cxn modelId="{82189018-2827-4639-85EE-D69CBC6994DC}" type="presOf" srcId="{BAC6BF1A-983A-420E-A5CD-2CAE86483BE6}" destId="{AC1CC09A-F0ED-4066-85B6-01A7E1DCD2C8}" srcOrd="0" destOrd="0" presId="urn:microsoft.com/office/officeart/2018/2/layout/IconVerticalSolidList"/>
    <dgm:cxn modelId="{77593C1A-5E42-4011-88D6-09FF4728356F}" srcId="{BAC6BF1A-983A-420E-A5CD-2CAE86483BE6}" destId="{C5CD1C98-1C77-47AD-8EEE-E6D644573DD1}" srcOrd="0" destOrd="0" parTransId="{49E23915-F06E-4145-99E4-556C5FD8DA1E}" sibTransId="{14C0647D-329C-4D92-BF49-2FB7101287C9}"/>
    <dgm:cxn modelId="{39701B30-7D15-4194-9617-93420407ACC0}" type="presOf" srcId="{03B077EA-C43A-449E-9BDC-5CBB4536A4B3}" destId="{4119508D-B5D5-407B-B822-DC79BCEAF736}" srcOrd="0" destOrd="0" presId="urn:microsoft.com/office/officeart/2018/2/layout/IconVerticalSolidList"/>
    <dgm:cxn modelId="{29E4F36A-1701-4865-AB87-7B9498079D47}" type="presOf" srcId="{EEEF7582-72CC-4A5B-A1C1-48BE8E6114B3}" destId="{DE8CCB3E-3744-4A8D-BD3E-E0A93EB384FF}" srcOrd="0" destOrd="0" presId="urn:microsoft.com/office/officeart/2018/2/layout/IconVerticalSolidList"/>
    <dgm:cxn modelId="{DA94ED4F-5C50-4265-88A1-0A2E57B2F9A1}" srcId="{BAC6BF1A-983A-420E-A5CD-2CAE86483BE6}" destId="{C140762B-4D4A-491E-B5E1-755F3BC9681E}" srcOrd="3" destOrd="0" parTransId="{C124B225-AF55-4BED-8937-31EB9F209E4F}" sibTransId="{DF0738EB-F645-489B-A6D9-6882B743A1E6}"/>
    <dgm:cxn modelId="{7C00208D-3613-4C30-9697-E86D63BC35F1}" srcId="{BAC6BF1A-983A-420E-A5CD-2CAE86483BE6}" destId="{EEEF7582-72CC-4A5B-A1C1-48BE8E6114B3}" srcOrd="2" destOrd="0" parTransId="{B5C12FD6-B0B5-42F1-9854-C852364B866E}" sibTransId="{8B83DE03-2C03-477F-B4FD-1488BE89973C}"/>
    <dgm:cxn modelId="{9AF63EC5-9525-45CB-8237-047A23421D16}" type="presOf" srcId="{09AC9CFC-3327-4A55-AFC4-F946460B3C86}" destId="{C1B347F2-17DB-4680-9E28-CB52585C31B1}" srcOrd="0" destOrd="0" presId="urn:microsoft.com/office/officeart/2018/2/layout/IconVerticalSolidList"/>
    <dgm:cxn modelId="{5B0D9ECA-D2D3-44D3-B386-D0DD121F9E9E}" type="presOf" srcId="{C140762B-4D4A-491E-B5E1-755F3BC9681E}" destId="{7C549CBF-C0A5-423A-B7E4-A2D9F3E75EAD}" srcOrd="0" destOrd="0" presId="urn:microsoft.com/office/officeart/2018/2/layout/IconVerticalSolidList"/>
    <dgm:cxn modelId="{E7F3E8F7-F174-4911-900D-AA907AF76BA5}" srcId="{BAC6BF1A-983A-420E-A5CD-2CAE86483BE6}" destId="{03B077EA-C43A-449E-9BDC-5CBB4536A4B3}" srcOrd="1" destOrd="0" parTransId="{F93C7850-602A-4C0A-8901-60B815AC6E80}" sibTransId="{D3032569-2B4C-48EB-AD86-693796CD85DC}"/>
    <dgm:cxn modelId="{BAF028BF-40CB-4EE9-AE53-43A9B90C167A}" type="presParOf" srcId="{AC1CC09A-F0ED-4066-85B6-01A7E1DCD2C8}" destId="{C4EBD749-EF61-4D59-9DF1-766665EE7165}" srcOrd="0" destOrd="0" presId="urn:microsoft.com/office/officeart/2018/2/layout/IconVerticalSolidList"/>
    <dgm:cxn modelId="{41377A8E-B117-49C8-B721-60E017610424}" type="presParOf" srcId="{C4EBD749-EF61-4D59-9DF1-766665EE7165}" destId="{2FA8AC63-6B4F-46EC-8C3D-2ED3AD097594}" srcOrd="0" destOrd="0" presId="urn:microsoft.com/office/officeart/2018/2/layout/IconVerticalSolidList"/>
    <dgm:cxn modelId="{73702343-423A-430B-92BB-C1FED55F9CF8}" type="presParOf" srcId="{C4EBD749-EF61-4D59-9DF1-766665EE7165}" destId="{6BFBF559-CDEF-4580-B401-48E82460BB53}" srcOrd="1" destOrd="0" presId="urn:microsoft.com/office/officeart/2018/2/layout/IconVerticalSolidList"/>
    <dgm:cxn modelId="{937E0243-D6E6-4491-BDAD-D51A33E34A43}" type="presParOf" srcId="{C4EBD749-EF61-4D59-9DF1-766665EE7165}" destId="{32503338-4CDB-41B3-8A7A-4B990E0E02EE}" srcOrd="2" destOrd="0" presId="urn:microsoft.com/office/officeart/2018/2/layout/IconVerticalSolidList"/>
    <dgm:cxn modelId="{67D39CC2-D883-47A1-9357-68F8A2012229}" type="presParOf" srcId="{C4EBD749-EF61-4D59-9DF1-766665EE7165}" destId="{4C0FCAA2-77E9-4827-8A0A-509D616B5D45}" srcOrd="3" destOrd="0" presId="urn:microsoft.com/office/officeart/2018/2/layout/IconVerticalSolidList"/>
    <dgm:cxn modelId="{2BEEBDCB-13E3-4DD5-8E21-EE3A8DA63067}" type="presParOf" srcId="{AC1CC09A-F0ED-4066-85B6-01A7E1DCD2C8}" destId="{44A16616-7416-40B0-9737-FF7464C7A69C}" srcOrd="1" destOrd="0" presId="urn:microsoft.com/office/officeart/2018/2/layout/IconVerticalSolidList"/>
    <dgm:cxn modelId="{CE9FFA2A-9BEF-4895-A055-C8D787D6B2E3}" type="presParOf" srcId="{AC1CC09A-F0ED-4066-85B6-01A7E1DCD2C8}" destId="{89F0E05D-AC4C-4E0F-9008-CCC8E592D5D3}" srcOrd="2" destOrd="0" presId="urn:microsoft.com/office/officeart/2018/2/layout/IconVerticalSolidList"/>
    <dgm:cxn modelId="{00D8F250-0C7E-40E8-A705-A151A43B0F04}" type="presParOf" srcId="{89F0E05D-AC4C-4E0F-9008-CCC8E592D5D3}" destId="{2ED1D541-615F-4111-8835-20FC4CD76FF6}" srcOrd="0" destOrd="0" presId="urn:microsoft.com/office/officeart/2018/2/layout/IconVerticalSolidList"/>
    <dgm:cxn modelId="{A0BC33B3-7DCE-4718-AFFE-1839AFB4C24C}" type="presParOf" srcId="{89F0E05D-AC4C-4E0F-9008-CCC8E592D5D3}" destId="{69A0DE04-1FBC-4A51-BDB2-F012654E1CC9}" srcOrd="1" destOrd="0" presId="urn:microsoft.com/office/officeart/2018/2/layout/IconVerticalSolidList"/>
    <dgm:cxn modelId="{F2A2693E-3612-4368-9311-3CB7D3F2A2A5}" type="presParOf" srcId="{89F0E05D-AC4C-4E0F-9008-CCC8E592D5D3}" destId="{A305715E-63E8-4A49-B27B-EA05DDBEE291}" srcOrd="2" destOrd="0" presId="urn:microsoft.com/office/officeart/2018/2/layout/IconVerticalSolidList"/>
    <dgm:cxn modelId="{DA16BD45-2862-488B-B0A4-0B37A4026C78}" type="presParOf" srcId="{89F0E05D-AC4C-4E0F-9008-CCC8E592D5D3}" destId="{4119508D-B5D5-407B-B822-DC79BCEAF736}" srcOrd="3" destOrd="0" presId="urn:microsoft.com/office/officeart/2018/2/layout/IconVerticalSolidList"/>
    <dgm:cxn modelId="{57D32A4D-15ED-4166-BA7E-1356C8F7CD30}" type="presParOf" srcId="{AC1CC09A-F0ED-4066-85B6-01A7E1DCD2C8}" destId="{19B46916-E424-4E69-B1CF-6CC65D518F2F}" srcOrd="3" destOrd="0" presId="urn:microsoft.com/office/officeart/2018/2/layout/IconVerticalSolidList"/>
    <dgm:cxn modelId="{5F00A478-21FE-4268-B719-043546231590}" type="presParOf" srcId="{AC1CC09A-F0ED-4066-85B6-01A7E1DCD2C8}" destId="{39BA98A9-8166-42B5-999E-F791D2F5AF31}" srcOrd="4" destOrd="0" presId="urn:microsoft.com/office/officeart/2018/2/layout/IconVerticalSolidList"/>
    <dgm:cxn modelId="{4C57D04F-28DE-4C1D-BDF6-77D5F979CC64}" type="presParOf" srcId="{39BA98A9-8166-42B5-999E-F791D2F5AF31}" destId="{0C61B693-2F03-46AA-8354-AEA924CE0831}" srcOrd="0" destOrd="0" presId="urn:microsoft.com/office/officeart/2018/2/layout/IconVerticalSolidList"/>
    <dgm:cxn modelId="{B01C2D34-BF85-48E9-9AAB-5015B639F484}" type="presParOf" srcId="{39BA98A9-8166-42B5-999E-F791D2F5AF31}" destId="{12D3E1A7-66F4-4D49-8FFD-0601E3BEF287}" srcOrd="1" destOrd="0" presId="urn:microsoft.com/office/officeart/2018/2/layout/IconVerticalSolidList"/>
    <dgm:cxn modelId="{BD4CCA15-2CFA-4F55-8E1A-C75D16EFC246}" type="presParOf" srcId="{39BA98A9-8166-42B5-999E-F791D2F5AF31}" destId="{3689EFA6-5AAD-4FDF-B04A-2BE3CA342A5F}" srcOrd="2" destOrd="0" presId="urn:microsoft.com/office/officeart/2018/2/layout/IconVerticalSolidList"/>
    <dgm:cxn modelId="{0551BD3E-76D2-4279-B15C-681020E10312}" type="presParOf" srcId="{39BA98A9-8166-42B5-999E-F791D2F5AF31}" destId="{DE8CCB3E-3744-4A8D-BD3E-E0A93EB384FF}" srcOrd="3" destOrd="0" presId="urn:microsoft.com/office/officeart/2018/2/layout/IconVerticalSolidList"/>
    <dgm:cxn modelId="{89758E22-3AAB-4D5E-B490-C5BDA3D69420}" type="presParOf" srcId="{AC1CC09A-F0ED-4066-85B6-01A7E1DCD2C8}" destId="{7B1E60D1-8656-4246-9229-C3B4B043E4D3}" srcOrd="5" destOrd="0" presId="urn:microsoft.com/office/officeart/2018/2/layout/IconVerticalSolidList"/>
    <dgm:cxn modelId="{6D4C2B67-3ABA-402F-8ADF-EEA193CD871B}" type="presParOf" srcId="{AC1CC09A-F0ED-4066-85B6-01A7E1DCD2C8}" destId="{10765627-C468-439C-8386-5E8F074D2206}" srcOrd="6" destOrd="0" presId="urn:microsoft.com/office/officeart/2018/2/layout/IconVerticalSolidList"/>
    <dgm:cxn modelId="{E979C8F3-2E28-4E33-9CF4-1808E4B7FF05}" type="presParOf" srcId="{10765627-C468-439C-8386-5E8F074D2206}" destId="{17295395-0900-4D29-9A33-85F8F0979CF8}" srcOrd="0" destOrd="0" presId="urn:microsoft.com/office/officeart/2018/2/layout/IconVerticalSolidList"/>
    <dgm:cxn modelId="{B937B1F8-868D-4D13-BB48-59306818B040}" type="presParOf" srcId="{10765627-C468-439C-8386-5E8F074D2206}" destId="{249DF36A-1C09-40E4-9F97-602D2FC4D962}" srcOrd="1" destOrd="0" presId="urn:microsoft.com/office/officeart/2018/2/layout/IconVerticalSolidList"/>
    <dgm:cxn modelId="{E866DF3C-DD63-447B-A564-D1A1C859D2A8}" type="presParOf" srcId="{10765627-C468-439C-8386-5E8F074D2206}" destId="{E1CA3635-2686-4516-B2C4-0DB7B3A5E051}" srcOrd="2" destOrd="0" presId="urn:microsoft.com/office/officeart/2018/2/layout/IconVerticalSolidList"/>
    <dgm:cxn modelId="{9E9296C8-6B5D-4B23-9BDC-8A5CF32877B0}" type="presParOf" srcId="{10765627-C468-439C-8386-5E8F074D2206}" destId="{7C549CBF-C0A5-423A-B7E4-A2D9F3E75EAD}" srcOrd="3" destOrd="0" presId="urn:microsoft.com/office/officeart/2018/2/layout/IconVerticalSolidList"/>
    <dgm:cxn modelId="{C5F9F76A-0719-4B6A-AFDC-50701BE4BEFC}" type="presParOf" srcId="{AC1CC09A-F0ED-4066-85B6-01A7E1DCD2C8}" destId="{F6B157DF-36AA-4D74-B080-0455EB25AD03}" srcOrd="7" destOrd="0" presId="urn:microsoft.com/office/officeart/2018/2/layout/IconVerticalSolidList"/>
    <dgm:cxn modelId="{F2EF7CB0-5A20-4745-B9F0-23FABD94373F}" type="presParOf" srcId="{AC1CC09A-F0ED-4066-85B6-01A7E1DCD2C8}" destId="{E9AC44F8-A3DE-496E-B198-09167E343957}" srcOrd="8" destOrd="0" presId="urn:microsoft.com/office/officeart/2018/2/layout/IconVerticalSolidList"/>
    <dgm:cxn modelId="{831E7D2E-6E99-4846-A8D2-725AE41D082D}" type="presParOf" srcId="{E9AC44F8-A3DE-496E-B198-09167E343957}" destId="{F7882DC5-329E-4C9C-950E-C38B2110F6A0}" srcOrd="0" destOrd="0" presId="urn:microsoft.com/office/officeart/2018/2/layout/IconVerticalSolidList"/>
    <dgm:cxn modelId="{6A3FCDA2-4BEF-4EC2-8928-0B4E9ADB2ADD}" type="presParOf" srcId="{E9AC44F8-A3DE-496E-B198-09167E343957}" destId="{12387919-98AF-4DE8-9113-F3A4AAB822F6}" srcOrd="1" destOrd="0" presId="urn:microsoft.com/office/officeart/2018/2/layout/IconVerticalSolidList"/>
    <dgm:cxn modelId="{68A4AECE-50BA-4494-A35D-C37DF31F58B9}" type="presParOf" srcId="{E9AC44F8-A3DE-496E-B198-09167E343957}" destId="{6DB34E54-F82C-4093-98FB-9BD6A8F1304D}" srcOrd="2" destOrd="0" presId="urn:microsoft.com/office/officeart/2018/2/layout/IconVerticalSolidList"/>
    <dgm:cxn modelId="{BC28AF08-EC4A-4F49-BAFF-982EE630B6E6}" type="presParOf" srcId="{E9AC44F8-A3DE-496E-B198-09167E343957}" destId="{C1B347F2-17DB-4680-9E28-CB52585C31B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A8AC63-6B4F-46EC-8C3D-2ED3AD097594}">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FBF559-CDEF-4580-B401-48E82460BB53}">
      <dsp:nvSpPr>
        <dsp:cNvPr id="0" name=""/>
        <dsp:cNvSpPr/>
      </dsp:nvSpPr>
      <dsp:spPr>
        <a:xfrm>
          <a:off x="277554" y="210753"/>
          <a:ext cx="504644" cy="50464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0FCAA2-77E9-4827-8A0A-509D616B5D45}">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100000"/>
            </a:lnSpc>
            <a:spcBef>
              <a:spcPct val="0"/>
            </a:spcBef>
            <a:spcAft>
              <a:spcPct val="35000"/>
            </a:spcAft>
            <a:buNone/>
          </a:pPr>
          <a:r>
            <a:rPr lang="en-US" sz="1500" i="0" kern="1200" dirty="0"/>
            <a:t>Retrieved ITS (400-800 bp) and ERG11 (1000-2500 bp) sequences for 6 Candida species using </a:t>
          </a:r>
          <a:r>
            <a:rPr lang="en-US" sz="1500" i="0" kern="1200" dirty="0" err="1"/>
            <a:t>rentrez</a:t>
          </a:r>
          <a:r>
            <a:rPr lang="en-US" sz="1500" i="0" kern="1200" dirty="0"/>
            <a:t>.</a:t>
          </a:r>
        </a:p>
      </dsp:txBody>
      <dsp:txXfrm>
        <a:off x="1059754" y="4307"/>
        <a:ext cx="5304469" cy="917536"/>
      </dsp:txXfrm>
    </dsp:sp>
    <dsp:sp modelId="{2ED1D541-615F-4111-8835-20FC4CD76FF6}">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A0DE04-1FBC-4A51-BDB2-F012654E1CC9}">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19508D-B5D5-407B-B822-DC79BCEAF736}">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100000"/>
            </a:lnSpc>
            <a:spcBef>
              <a:spcPct val="0"/>
            </a:spcBef>
            <a:spcAft>
              <a:spcPct val="35000"/>
            </a:spcAft>
            <a:buNone/>
          </a:pPr>
          <a:r>
            <a:rPr lang="en-US" sz="1500" kern="1200" dirty="0"/>
            <a:t>Standardized species names. Balanced the dataset by selecting an equal number of sequences per species. </a:t>
          </a:r>
        </a:p>
      </dsp:txBody>
      <dsp:txXfrm>
        <a:off x="1059754" y="1151227"/>
        <a:ext cx="5304469" cy="917536"/>
      </dsp:txXfrm>
    </dsp:sp>
    <dsp:sp modelId="{0C61B693-2F03-46AA-8354-AEA924CE0831}">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D3E1A7-66F4-4D49-8FFD-0601E3BEF287}">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8CCB3E-3744-4A8D-BD3E-E0A93EB384FF}">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100000"/>
            </a:lnSpc>
            <a:spcBef>
              <a:spcPct val="0"/>
            </a:spcBef>
            <a:spcAft>
              <a:spcPct val="35000"/>
            </a:spcAft>
            <a:buNone/>
          </a:pPr>
          <a:r>
            <a:rPr lang="en-US" sz="1500" kern="1200" dirty="0"/>
            <a:t>Measured sequence similarity using both alignment-based distances and simple sequence features.</a:t>
          </a:r>
        </a:p>
      </dsp:txBody>
      <dsp:txXfrm>
        <a:off x="1059754" y="2298147"/>
        <a:ext cx="5304469" cy="917536"/>
      </dsp:txXfrm>
    </dsp:sp>
    <dsp:sp modelId="{17295395-0900-4D29-9A33-85F8F0979CF8}">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9DF36A-1C09-40E4-9F97-602D2FC4D962}">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549CBF-C0A5-423A-B7E4-A2D9F3E75EAD}">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100000"/>
            </a:lnSpc>
            <a:spcBef>
              <a:spcPct val="0"/>
            </a:spcBef>
            <a:spcAft>
              <a:spcPct val="35000"/>
            </a:spcAft>
            <a:buNone/>
          </a:pPr>
          <a:r>
            <a:rPr lang="en-US" sz="1500" kern="1200" dirty="0"/>
            <a:t>Performed hierarchical clustering, PCA, and NMDS to visualize how sequences cluster by species and resistance group.</a:t>
          </a:r>
        </a:p>
      </dsp:txBody>
      <dsp:txXfrm>
        <a:off x="1059754" y="3445068"/>
        <a:ext cx="5304469" cy="917536"/>
      </dsp:txXfrm>
    </dsp:sp>
    <dsp:sp modelId="{F7882DC5-329E-4C9C-950E-C38B2110F6A0}">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387919-98AF-4DE8-9113-F3A4AAB822F6}">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B347F2-17DB-4680-9E28-CB52585C31B1}">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dirty="0"/>
            <a:t>Used silhouette and Dunn indices to quantitatively compare clustering performance between ITS and ERG11.</a:t>
          </a:r>
        </a:p>
      </dsp:txBody>
      <dsp:txXfrm>
        <a:off x="1059754" y="4591988"/>
        <a:ext cx="5304469" cy="9175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ABE572-C936-4062-BF11-54F574C45F8D}" type="datetimeFigureOut">
              <a:rPr lang="en-CA" smtClean="0"/>
              <a:t>2025-12-05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3CB123-8DBF-45B3-968F-E474D464657A}" type="slidenum">
              <a:rPr lang="en-CA" smtClean="0"/>
              <a:t>‹#›</a:t>
            </a:fld>
            <a:endParaRPr lang="en-CA"/>
          </a:p>
        </p:txBody>
      </p:sp>
    </p:spTree>
    <p:extLst>
      <p:ext uri="{BB962C8B-B14F-4D97-AF65-F5344CB8AC3E}">
        <p14:creationId xmlns:p14="http://schemas.microsoft.com/office/powerpoint/2010/main" val="399581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https://commons.wikimedia.org/wiki/File:Candida_albicans_%28251_12%29.jpg</a:t>
            </a:r>
          </a:p>
        </p:txBody>
      </p:sp>
      <p:sp>
        <p:nvSpPr>
          <p:cNvPr id="4" name="Slide Number Placeholder 3"/>
          <p:cNvSpPr>
            <a:spLocks noGrp="1"/>
          </p:cNvSpPr>
          <p:nvPr>
            <p:ph type="sldNum" sz="quarter" idx="5"/>
          </p:nvPr>
        </p:nvSpPr>
        <p:spPr/>
        <p:txBody>
          <a:bodyPr/>
          <a:lstStyle/>
          <a:p>
            <a:fld id="{3C3CB123-8DBF-45B3-968F-E474D464657A}" type="slidenum">
              <a:rPr lang="en-CA" smtClean="0"/>
              <a:t>1</a:t>
            </a:fld>
            <a:endParaRPr lang="en-CA"/>
          </a:p>
        </p:txBody>
      </p:sp>
    </p:spTree>
    <p:extLst>
      <p:ext uri="{BB962C8B-B14F-4D97-AF65-F5344CB8AC3E}">
        <p14:creationId xmlns:p14="http://schemas.microsoft.com/office/powerpoint/2010/main" val="3465106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C3CB123-8DBF-45B3-968F-E474D464657A}" type="slidenum">
              <a:rPr lang="en-CA" smtClean="0"/>
              <a:t>21</a:t>
            </a:fld>
            <a:endParaRPr lang="en-CA"/>
          </a:p>
        </p:txBody>
      </p:sp>
    </p:spTree>
    <p:extLst>
      <p:ext uri="{BB962C8B-B14F-4D97-AF65-F5344CB8AC3E}">
        <p14:creationId xmlns:p14="http://schemas.microsoft.com/office/powerpoint/2010/main" val="243628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FE652-395A-960F-10EA-F1BB2CD4B2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972394B-11C6-9392-E9AC-D94355182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47E461A7-9812-2008-D8BA-BF24EE21BD47}"/>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3904FD9D-6D93-66A7-8E4B-80C478FD7A0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E0DE005-34C1-EEE9-F421-D1CAF0F470E8}"/>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63064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AB62-8D15-5784-6930-7FA6272BFC8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9650370-6453-1752-BFD7-488B9A73DC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F07941-8411-5BB9-C443-9399F6AC81A7}"/>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A50D0347-E1FA-DB74-1733-C6508D23816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9BD643-8223-E849-CB84-B3B4373D8C24}"/>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406411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218D-24D8-3C5D-A772-7C231E301E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F33DFBCA-726E-5234-9A7B-A7ABAABE05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B5520F-4F68-A145-F173-B90C6AA1A233}"/>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21C524F6-7AE0-D8FB-D5BF-3141C033724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0C5149A-A765-17C3-0E82-D1716726EE35}"/>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4216312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3C13-1889-ED1B-E3EF-B33365A94BA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5631828-95F1-7038-B025-6B8BE3DB1B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BD491BB-9567-ADAE-3CC2-C5F03641C9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96DA7CC-50DB-43A7-74F1-BC41F7634998}"/>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6" name="Footer Placeholder 5">
            <a:extLst>
              <a:ext uri="{FF2B5EF4-FFF2-40B4-BE49-F238E27FC236}">
                <a16:creationId xmlns:a16="http://schemas.microsoft.com/office/drawing/2014/main" id="{AEECBB9C-5CFD-D78D-3CC8-7CC675F75FB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B041238-4FB1-1D76-CB13-2D071550ECDB}"/>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3393011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F511-F66A-BCD1-7A78-EB2C38B7D08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7B5734-45E5-51B2-F913-9FA6DAE471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6F8FEF-DB9C-17B6-6601-509A613B7D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6D33F98-D357-69B9-F61E-27A3FA16E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E61931-B282-33A7-ABA3-AD5B01618A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BBD2885-4BF0-F515-8212-6ED20C870D7B}"/>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8" name="Footer Placeholder 7">
            <a:extLst>
              <a:ext uri="{FF2B5EF4-FFF2-40B4-BE49-F238E27FC236}">
                <a16:creationId xmlns:a16="http://schemas.microsoft.com/office/drawing/2014/main" id="{6DE0C385-20DD-DE5B-C161-E25EA541DD4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D884D96-FF63-7B3C-A202-ED4B3853D3AF}"/>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28281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14774-AF91-065E-0162-3CF662D8609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FE14E61-BD60-95A9-F437-F6EA6CA6F45A}"/>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4" name="Footer Placeholder 3">
            <a:extLst>
              <a:ext uri="{FF2B5EF4-FFF2-40B4-BE49-F238E27FC236}">
                <a16:creationId xmlns:a16="http://schemas.microsoft.com/office/drawing/2014/main" id="{AD299DC1-F0AD-54C8-DB01-7259C552649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53E1548-D6CE-593E-8694-8F6BD63E5EF3}"/>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3388848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9016E-5F85-F60D-8FFC-E838DEFC45FD}"/>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3" name="Footer Placeholder 2">
            <a:extLst>
              <a:ext uri="{FF2B5EF4-FFF2-40B4-BE49-F238E27FC236}">
                <a16:creationId xmlns:a16="http://schemas.microsoft.com/office/drawing/2014/main" id="{4981356D-464B-1073-B4E3-D79AFA66B14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3C74D22-78C0-AB63-6C2D-ACAB63EDF966}"/>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332576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1540-EF54-660A-4C8C-D9ED7D9A5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95286FB-2493-EA36-A7F7-796CDF84C6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21D938E-DB8D-D248-8189-A84F6B87B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FA1106-DAFF-9918-3BD5-3DD25FEFB46F}"/>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6" name="Footer Placeholder 5">
            <a:extLst>
              <a:ext uri="{FF2B5EF4-FFF2-40B4-BE49-F238E27FC236}">
                <a16:creationId xmlns:a16="http://schemas.microsoft.com/office/drawing/2014/main" id="{E76C9793-B0E8-63A3-602F-71A964CDB2A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492486E-6DE1-4E7E-A16B-8136394613FA}"/>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13943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30705-E04A-9225-08FC-F3A03893C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606BE44-364A-B211-EFCA-9C0648259F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4696403-F245-0505-5A61-78604647DC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F2F818-1447-BAA3-FD65-C3F3D7F7FEC7}"/>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6" name="Footer Placeholder 5">
            <a:extLst>
              <a:ext uri="{FF2B5EF4-FFF2-40B4-BE49-F238E27FC236}">
                <a16:creationId xmlns:a16="http://schemas.microsoft.com/office/drawing/2014/main" id="{CC38C26A-4762-B5B2-C4C4-F4FE157D6A0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F52E3B9-2B41-DDF2-E3F4-CDE5EBD8ABA9}"/>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791172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E015-9978-C7C5-8B75-9AC50C46EC2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DD5681F-1412-2624-D011-A5DCAE65DC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B2CC1C-FC1E-5F99-5A6B-7AE2EC6B26E7}"/>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A2F7BE11-A6B2-09B3-80CD-D77EE4E8D31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93DB0B-46F0-2D52-4437-EB6B24593EEE}"/>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1051463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A41330-F9F3-9BAB-79C0-00AA57E769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08F08CF-8CA3-21BA-B12F-500360041B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6322727-E001-F897-90B0-EBEC0093CE87}"/>
              </a:ext>
            </a:extLst>
          </p:cNvPr>
          <p:cNvSpPr>
            <a:spLocks noGrp="1"/>
          </p:cNvSpPr>
          <p:nvPr>
            <p:ph type="dt" sz="half" idx="10"/>
          </p:nvPr>
        </p:nvSpPr>
        <p:spPr/>
        <p:txBody>
          <a:body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C9BC1A89-A1A3-1804-59AA-0F7FC514F7D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87401DB-8877-B67F-7B97-B918B55C04DA}"/>
              </a:ext>
            </a:extLst>
          </p:cNvPr>
          <p:cNvSpPr>
            <a:spLocks noGrp="1"/>
          </p:cNvSpPr>
          <p:nvPr>
            <p:ph type="sldNum" sz="quarter" idx="12"/>
          </p:nvPr>
        </p:nvSpPr>
        <p:spPr/>
        <p:txBody>
          <a:bodyPr/>
          <a:lstStyle/>
          <a:p>
            <a:fld id="{8B44CE7B-C121-420C-9A63-00D24847CDDE}" type="slidenum">
              <a:rPr lang="en-CA" smtClean="0"/>
              <a:t>‹#›</a:t>
            </a:fld>
            <a:endParaRPr lang="en-CA"/>
          </a:p>
        </p:txBody>
      </p:sp>
    </p:spTree>
    <p:extLst>
      <p:ext uri="{BB962C8B-B14F-4D97-AF65-F5344CB8AC3E}">
        <p14:creationId xmlns:p14="http://schemas.microsoft.com/office/powerpoint/2010/main" val="2434346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D2162D-3F8A-443C-E5A5-CD9B5B5BF4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FA779EE-7B58-4282-2AED-0CA44DE21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8D6B9EC-8A3C-10DA-620A-DFD37BF182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056AB0-6FF7-408B-BCA1-2B8900F83E34}" type="datetimeFigureOut">
              <a:rPr lang="en-CA" smtClean="0"/>
              <a:t>2025-12-05</a:t>
            </a:fld>
            <a:endParaRPr lang="en-CA"/>
          </a:p>
        </p:txBody>
      </p:sp>
      <p:sp>
        <p:nvSpPr>
          <p:cNvPr id="5" name="Footer Placeholder 4">
            <a:extLst>
              <a:ext uri="{FF2B5EF4-FFF2-40B4-BE49-F238E27FC236}">
                <a16:creationId xmlns:a16="http://schemas.microsoft.com/office/drawing/2014/main" id="{A8A946CC-BFE6-7B3C-D11F-6E2F4BB9E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C4676A6-1BC0-68F7-8B4D-549D0FDEA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44CE7B-C121-420C-9A63-00D24847CDDE}" type="slidenum">
              <a:rPr lang="en-CA" smtClean="0"/>
              <a:t>‹#›</a:t>
            </a:fld>
            <a:endParaRPr lang="en-CA"/>
          </a:p>
        </p:txBody>
      </p:sp>
    </p:spTree>
    <p:extLst>
      <p:ext uri="{BB962C8B-B14F-4D97-AF65-F5344CB8AC3E}">
        <p14:creationId xmlns:p14="http://schemas.microsoft.com/office/powerpoint/2010/main" val="707211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ncbi.nlm.nih.gov/nucleotide/"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7717/peerj-cs.2286" TargetMode="External"/><Relationship Id="rId3" Type="http://schemas.openxmlformats.org/officeDocument/2006/relationships/hyperlink" Target="https://doi.org/10.1093/infdis/jix131" TargetMode="External"/><Relationship Id="rId7" Type="http://schemas.openxmlformats.org/officeDocument/2006/relationships/hyperlink" Target="https://doi.org/10.1073/pnas.111701810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oi.org/10.1016/j.infpip.2024.100403" TargetMode="External"/><Relationship Id="rId5" Type="http://schemas.openxmlformats.org/officeDocument/2006/relationships/hyperlink" Target="https://doi.org/10.1590/S1415-47572014005000017" TargetMode="External"/><Relationship Id="rId4" Type="http://schemas.openxmlformats.org/officeDocument/2006/relationships/hyperlink" Target="https://doi.org/10.1371/journal.ppat.1006290" TargetMode="External"/><Relationship Id="rId9" Type="http://schemas.openxmlformats.org/officeDocument/2006/relationships/hyperlink" Target="https://doi.org/10.3389/fmicb.2016.0217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9777E510-FA33-0085-F41F-113903BD8E25}"/>
              </a:ext>
            </a:extLst>
          </p:cNvPr>
          <p:cNvPicPr>
            <a:picLocks noChangeAspect="1"/>
          </p:cNvPicPr>
          <p:nvPr/>
        </p:nvPicPr>
        <p:blipFill>
          <a:blip r:embed="rId3">
            <a:extLst>
              <a:ext uri="{28A0092B-C50C-407E-A947-70E740481C1C}">
                <a14:useLocalDpi xmlns:a14="http://schemas.microsoft.com/office/drawing/2010/main" val="0"/>
              </a:ext>
            </a:extLst>
          </a:blip>
          <a:srcRect l="10178" r="10178"/>
          <a:stretch/>
        </p:blipFill>
        <p:spPr>
          <a:xfrm>
            <a:off x="3385227" y="0"/>
            <a:ext cx="8874626" cy="6857990"/>
          </a:xfrm>
          <a:prstGeom prst="rect">
            <a:avLst/>
          </a:prstGeom>
        </p:spPr>
      </p:pic>
      <p:sp>
        <p:nvSpPr>
          <p:cNvPr id="81" name="Rectangle 8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CD0352-2795-E59F-BA41-B3624DE2902F}"/>
              </a:ext>
            </a:extLst>
          </p:cNvPr>
          <p:cNvSpPr>
            <a:spLocks noGrp="1"/>
          </p:cNvSpPr>
          <p:nvPr>
            <p:ph type="ctrTitle"/>
          </p:nvPr>
        </p:nvSpPr>
        <p:spPr>
          <a:xfrm>
            <a:off x="477981" y="1122363"/>
            <a:ext cx="4023360" cy="3204134"/>
          </a:xfrm>
        </p:spPr>
        <p:txBody>
          <a:bodyPr anchor="b">
            <a:normAutofit/>
          </a:bodyPr>
          <a:lstStyle/>
          <a:p>
            <a:pPr algn="l"/>
            <a:r>
              <a:rPr lang="en-US" sz="4100"/>
              <a:t>Species-Level Clustering of </a:t>
            </a:r>
            <a:r>
              <a:rPr lang="en-US" sz="4100" i="1"/>
              <a:t>Candida</a:t>
            </a:r>
            <a:r>
              <a:rPr lang="en-US" sz="4100"/>
              <a:t> Using ITS and ERG11 Gene Sequences</a:t>
            </a:r>
            <a:endParaRPr lang="en-CA" sz="4100"/>
          </a:p>
        </p:txBody>
      </p:sp>
      <p:sp>
        <p:nvSpPr>
          <p:cNvPr id="3" name="Subtitle 2">
            <a:extLst>
              <a:ext uri="{FF2B5EF4-FFF2-40B4-BE49-F238E27FC236}">
                <a16:creationId xmlns:a16="http://schemas.microsoft.com/office/drawing/2014/main" id="{5D09F1C5-7CDC-F54C-C948-A9EB66BF9159}"/>
              </a:ext>
            </a:extLst>
          </p:cNvPr>
          <p:cNvSpPr>
            <a:spLocks noGrp="1"/>
          </p:cNvSpPr>
          <p:nvPr>
            <p:ph type="subTitle" idx="1"/>
          </p:nvPr>
        </p:nvSpPr>
        <p:spPr>
          <a:xfrm>
            <a:off x="477980" y="4872922"/>
            <a:ext cx="4023359" cy="1208141"/>
          </a:xfrm>
        </p:spPr>
        <p:txBody>
          <a:bodyPr>
            <a:normAutofit/>
          </a:bodyPr>
          <a:lstStyle/>
          <a:p>
            <a:pPr algn="l"/>
            <a:r>
              <a:rPr lang="en-CA" sz="2000" dirty="0"/>
              <a:t>Sabrina Saiphoo</a:t>
            </a:r>
          </a:p>
          <a:p>
            <a:pPr algn="l"/>
            <a:r>
              <a:rPr lang="en-CA" sz="2000" dirty="0"/>
              <a:t>https://github.com/snsaiphoo/binf6210_assignment4.git</a:t>
            </a:r>
          </a:p>
        </p:txBody>
      </p:sp>
      <p:sp>
        <p:nvSpPr>
          <p:cNvPr id="82" name="Rectangle 8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3" name="Rectangle 8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080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2" name="Freeform: Shape 51">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 name="Freeform: Shape 5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CA6A74-2B82-02F4-B146-16927AAF62A3}"/>
              </a:ext>
            </a:extLst>
          </p:cNvPr>
          <p:cNvSpPr>
            <a:spLocks noGrp="1"/>
          </p:cNvSpPr>
          <p:nvPr>
            <p:ph type="title"/>
          </p:nvPr>
        </p:nvSpPr>
        <p:spPr>
          <a:xfrm>
            <a:off x="621792" y="1161288"/>
            <a:ext cx="3602736" cy="4526280"/>
          </a:xfrm>
        </p:spPr>
        <p:txBody>
          <a:bodyPr>
            <a:normAutofit/>
          </a:bodyPr>
          <a:lstStyle/>
          <a:p>
            <a:r>
              <a:rPr lang="en-CA" sz="4000" dirty="0"/>
              <a:t>Species Clustering &amp; Antifungal Resistance in </a:t>
            </a:r>
            <a:r>
              <a:rPr lang="en-CA" sz="4000" i="1" dirty="0"/>
              <a:t>Candida</a:t>
            </a:r>
            <a:endParaRPr lang="en-CA" sz="4000" dirty="0"/>
          </a:p>
        </p:txBody>
      </p:sp>
      <p:sp>
        <p:nvSpPr>
          <p:cNvPr id="54" name="Rectangle 5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7D59376-A0D0-A2E0-CA49-DEC497E419CC}"/>
              </a:ext>
            </a:extLst>
          </p:cNvPr>
          <p:cNvSpPr>
            <a:spLocks noGrp="1"/>
          </p:cNvSpPr>
          <p:nvPr>
            <p:ph idx="1"/>
          </p:nvPr>
        </p:nvSpPr>
        <p:spPr>
          <a:xfrm>
            <a:off x="5305254" y="669471"/>
            <a:ext cx="6264953" cy="5551715"/>
          </a:xfrm>
        </p:spPr>
        <p:txBody>
          <a:bodyPr anchor="ctr">
            <a:normAutofit/>
          </a:bodyPr>
          <a:lstStyle/>
          <a:p>
            <a:pPr marL="0" indent="0">
              <a:buNone/>
            </a:pPr>
            <a:r>
              <a:rPr lang="en-CA" sz="1800" dirty="0"/>
              <a:t>Candida species cause a wide range of human fungal infections and can vary greatly in antifungal resistance (Whaley et al., 2017). </a:t>
            </a:r>
          </a:p>
          <a:p>
            <a:pPr marL="0" indent="0">
              <a:buNone/>
            </a:pPr>
            <a:r>
              <a:rPr lang="en-CA" sz="1800" dirty="0"/>
              <a:t>This project explores how high- and low-resistance Candida species cluster using two fungal marker genes.</a:t>
            </a:r>
          </a:p>
          <a:p>
            <a:r>
              <a:rPr lang="en-CA" sz="1800" b="1" dirty="0">
                <a:solidFill>
                  <a:srgbClr val="FF0000"/>
                </a:solidFill>
              </a:rPr>
              <a:t>High resistance concern </a:t>
            </a:r>
            <a:r>
              <a:rPr lang="en-CA" sz="1800" dirty="0">
                <a:sym typeface="Wingdings" panose="05000000000000000000" pitchFamily="2" charset="2"/>
              </a:rPr>
              <a:t> Candida auris, Candida glabrata, Candida </a:t>
            </a:r>
            <a:r>
              <a:rPr lang="en-CA" sz="1800" dirty="0" err="1">
                <a:sym typeface="Wingdings" panose="05000000000000000000" pitchFamily="2" charset="2"/>
              </a:rPr>
              <a:t>krusei</a:t>
            </a:r>
            <a:r>
              <a:rPr lang="en-CA" sz="1800" dirty="0">
                <a:sym typeface="Wingdings" panose="05000000000000000000" pitchFamily="2" charset="2"/>
              </a:rPr>
              <a:t> (</a:t>
            </a:r>
            <a:r>
              <a:rPr lang="en-CA" sz="1800" dirty="0"/>
              <a:t>Chowdhary et al., 2017; </a:t>
            </a:r>
            <a:r>
              <a:rPr lang="en-US" sz="1800" dirty="0"/>
              <a:t>Arendrup et. Al., 2017</a:t>
            </a:r>
            <a:r>
              <a:rPr lang="en-CA" sz="1800" dirty="0"/>
              <a:t>)</a:t>
            </a:r>
            <a:r>
              <a:rPr lang="en-CA" sz="1800" dirty="0">
                <a:sym typeface="Wingdings" panose="05000000000000000000" pitchFamily="2" charset="2"/>
              </a:rPr>
              <a:t>, </a:t>
            </a:r>
          </a:p>
          <a:p>
            <a:r>
              <a:rPr lang="en-CA" sz="1800" b="1" dirty="0">
                <a:solidFill>
                  <a:schemeClr val="accent1"/>
                </a:solidFill>
                <a:sym typeface="Wingdings" panose="05000000000000000000" pitchFamily="2" charset="2"/>
              </a:rPr>
              <a:t>Low resistance concern </a:t>
            </a:r>
            <a:r>
              <a:rPr lang="en-CA" sz="1800" dirty="0">
                <a:sym typeface="Wingdings" panose="05000000000000000000" pitchFamily="2" charset="2"/>
              </a:rPr>
              <a:t> Candida albicans, Candida </a:t>
            </a:r>
            <a:r>
              <a:rPr lang="en-CA" sz="1800" dirty="0" err="1">
                <a:sym typeface="Wingdings" panose="05000000000000000000" pitchFamily="2" charset="2"/>
              </a:rPr>
              <a:t>parapsilosis</a:t>
            </a:r>
            <a:r>
              <a:rPr lang="en-CA" sz="1800" dirty="0">
                <a:sym typeface="Wingdings" panose="05000000000000000000" pitchFamily="2" charset="2"/>
              </a:rPr>
              <a:t>, Candida tropicalis (</a:t>
            </a:r>
            <a:r>
              <a:rPr lang="en-CA" sz="1800" dirty="0"/>
              <a:t>Nascimento et al., 2024)</a:t>
            </a:r>
            <a:endParaRPr lang="en-CA" sz="1800" dirty="0">
              <a:sym typeface="Wingdings" panose="05000000000000000000" pitchFamily="2" charset="2"/>
            </a:endParaRPr>
          </a:p>
          <a:p>
            <a:pPr marL="0" indent="0">
              <a:buNone/>
            </a:pPr>
            <a:r>
              <a:rPr lang="en-CA" sz="1800" dirty="0">
                <a:sym typeface="Wingdings" panose="05000000000000000000" pitchFamily="2" charset="2"/>
              </a:rPr>
              <a:t>The fungal markers are:</a:t>
            </a:r>
          </a:p>
          <a:p>
            <a:r>
              <a:rPr lang="en-CA" sz="1800" b="1" dirty="0">
                <a:solidFill>
                  <a:schemeClr val="accent3"/>
                </a:solidFill>
                <a:sym typeface="Wingdings" panose="05000000000000000000" pitchFamily="2" charset="2"/>
              </a:rPr>
              <a:t>ITS</a:t>
            </a:r>
            <a:r>
              <a:rPr lang="en-CA" sz="1800" dirty="0">
                <a:sym typeface="Wingdings" panose="05000000000000000000" pitchFamily="2" charset="2"/>
              </a:rPr>
              <a:t> – internal transcribed spacer, fungal barcode (</a:t>
            </a:r>
            <a:r>
              <a:rPr lang="en-CA" sz="1800" dirty="0"/>
              <a:t>Schoch et al., 2012)</a:t>
            </a:r>
            <a:endParaRPr lang="en-CA" sz="1800" dirty="0">
              <a:sym typeface="Wingdings" panose="05000000000000000000" pitchFamily="2" charset="2"/>
            </a:endParaRPr>
          </a:p>
          <a:p>
            <a:r>
              <a:rPr lang="en-CA" sz="1800" b="1" dirty="0">
                <a:solidFill>
                  <a:schemeClr val="accent5"/>
                </a:solidFill>
                <a:sym typeface="Wingdings" panose="05000000000000000000" pitchFamily="2" charset="2"/>
              </a:rPr>
              <a:t>ERG11</a:t>
            </a:r>
            <a:r>
              <a:rPr lang="en-CA" sz="1800" dirty="0">
                <a:sym typeface="Wingdings" panose="05000000000000000000" pitchFamily="2" charset="2"/>
              </a:rPr>
              <a:t> – involved in ergosterol synthesis, drug-target gene linked to azole resistance (Whaley et al., 2017)</a:t>
            </a:r>
          </a:p>
          <a:p>
            <a:pPr marL="0" indent="0">
              <a:buNone/>
            </a:pPr>
            <a:r>
              <a:rPr lang="en-US" sz="1800" dirty="0"/>
              <a:t>Understanding these clustering patterns may provide insight into whether gene choice (ITS vs ERG11) reflects clinically meaningful resistance categories.</a:t>
            </a:r>
            <a:endParaRPr lang="en-CA" sz="1800" dirty="0">
              <a:sym typeface="Wingdings" panose="05000000000000000000" pitchFamily="2" charset="2"/>
            </a:endParaRPr>
          </a:p>
        </p:txBody>
      </p:sp>
    </p:spTree>
    <p:extLst>
      <p:ext uri="{BB962C8B-B14F-4D97-AF65-F5344CB8AC3E}">
        <p14:creationId xmlns:p14="http://schemas.microsoft.com/office/powerpoint/2010/main" val="382243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33AA2A-2C2A-B403-90EE-EF6E8A6B550F}"/>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9DD369BA-F70E-D17D-668F-6C88950DA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2" name="Freeform: Shape 51">
            <a:extLst>
              <a:ext uri="{FF2B5EF4-FFF2-40B4-BE49-F238E27FC236}">
                <a16:creationId xmlns:a16="http://schemas.microsoft.com/office/drawing/2014/main" id="{D7CA880A-F51B-DCE0-6FF7-3BF7F464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 name="Freeform: Shape 52">
            <a:extLst>
              <a:ext uri="{FF2B5EF4-FFF2-40B4-BE49-F238E27FC236}">
                <a16:creationId xmlns:a16="http://schemas.microsoft.com/office/drawing/2014/main" id="{955F9C57-EBDA-CAB1-BBB9-35CA1F8FA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7E62E6-008C-32B7-CD27-2EA98F0EB0C1}"/>
              </a:ext>
            </a:extLst>
          </p:cNvPr>
          <p:cNvSpPr>
            <a:spLocks noGrp="1"/>
          </p:cNvSpPr>
          <p:nvPr>
            <p:ph type="title"/>
          </p:nvPr>
        </p:nvSpPr>
        <p:spPr>
          <a:xfrm>
            <a:off x="621792" y="1161288"/>
            <a:ext cx="3602736" cy="4526280"/>
          </a:xfrm>
        </p:spPr>
        <p:txBody>
          <a:bodyPr>
            <a:normAutofit/>
          </a:bodyPr>
          <a:lstStyle/>
          <a:p>
            <a:r>
              <a:rPr lang="en-US" sz="4000" dirty="0"/>
              <a:t>Resistance patterns are known, but clustering patterns are not</a:t>
            </a:r>
            <a:endParaRPr lang="en-CA" sz="4000" dirty="0"/>
          </a:p>
        </p:txBody>
      </p:sp>
      <p:sp>
        <p:nvSpPr>
          <p:cNvPr id="54" name="Rectangle 53">
            <a:extLst>
              <a:ext uri="{FF2B5EF4-FFF2-40B4-BE49-F238E27FC236}">
                <a16:creationId xmlns:a16="http://schemas.microsoft.com/office/drawing/2014/main" id="{8C52FF9F-664B-5D21-2AD1-CAB1A202B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BCE8B42-DD30-4BC0-6BCD-33EF1CC72039}"/>
              </a:ext>
            </a:extLst>
          </p:cNvPr>
          <p:cNvSpPr>
            <a:spLocks noGrp="1"/>
          </p:cNvSpPr>
          <p:nvPr>
            <p:ph idx="1"/>
          </p:nvPr>
        </p:nvSpPr>
        <p:spPr>
          <a:xfrm>
            <a:off x="5305254" y="669471"/>
            <a:ext cx="6264953" cy="5551715"/>
          </a:xfrm>
        </p:spPr>
        <p:txBody>
          <a:bodyPr anchor="ctr">
            <a:normAutofit/>
          </a:bodyPr>
          <a:lstStyle/>
          <a:p>
            <a:pPr marL="0" indent="0">
              <a:buNone/>
            </a:pPr>
            <a:r>
              <a:rPr lang="en-US" sz="2000" dirty="0"/>
              <a:t>High and low-resistance Candida species are well documented in clinical antifungal susceptibility studies (</a:t>
            </a:r>
            <a:r>
              <a:rPr lang="en-CA" sz="2000" dirty="0"/>
              <a:t>Whaley et al., 2017</a:t>
            </a:r>
            <a:r>
              <a:rPr lang="en-US" sz="2000" dirty="0"/>
              <a:t>).</a:t>
            </a:r>
          </a:p>
          <a:p>
            <a:pPr marL="0" indent="0">
              <a:buNone/>
            </a:pPr>
            <a:r>
              <a:rPr lang="en-US" sz="2000" dirty="0"/>
              <a:t>However, it is unclear whether these resistance categories also emerge from genomic sequence variation when analyzed with unsupervised clustering.</a:t>
            </a:r>
          </a:p>
          <a:p>
            <a:pPr marL="0" indent="0">
              <a:buNone/>
            </a:pPr>
            <a:r>
              <a:rPr lang="en-US" sz="2000" dirty="0"/>
              <a:t>Although the ITS and ERG11 genes are widely used in fungal genomics, their ability to reflect resistance groups in clustering analyses is something to be explored (Schoch et al., 2012; Whaley et al., 2017).</a:t>
            </a:r>
          </a:p>
          <a:p>
            <a:pPr marL="0" indent="0">
              <a:buNone/>
            </a:pPr>
            <a:r>
              <a:rPr lang="en-US" sz="2000" b="1" dirty="0"/>
              <a:t>Gap in knowledge:</a:t>
            </a:r>
          </a:p>
          <a:p>
            <a:r>
              <a:rPr lang="en-US" sz="2000" dirty="0"/>
              <a:t>Do high-resistance species cluster differently than low-resistance species when applying unsupervised sequence-based methods?</a:t>
            </a:r>
          </a:p>
          <a:p>
            <a:pPr marL="0" indent="0">
              <a:buNone/>
            </a:pPr>
            <a:r>
              <a:rPr lang="en-US" sz="2000" dirty="0"/>
              <a:t>Understanding this relationship will help determine whether gene choice in clustering influences species separation patterns.</a:t>
            </a:r>
          </a:p>
        </p:txBody>
      </p:sp>
    </p:spTree>
    <p:extLst>
      <p:ext uri="{BB962C8B-B14F-4D97-AF65-F5344CB8AC3E}">
        <p14:creationId xmlns:p14="http://schemas.microsoft.com/office/powerpoint/2010/main" val="366308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A991CC-66DE-BBB0-59C5-1DF76F0E430F}"/>
              </a:ext>
            </a:extLst>
          </p:cNvPr>
          <p:cNvSpPr>
            <a:spLocks noGrp="1"/>
          </p:cNvSpPr>
          <p:nvPr>
            <p:ph type="title"/>
          </p:nvPr>
        </p:nvSpPr>
        <p:spPr>
          <a:xfrm>
            <a:off x="621792" y="1161288"/>
            <a:ext cx="3602736" cy="4526280"/>
          </a:xfrm>
        </p:spPr>
        <p:txBody>
          <a:bodyPr>
            <a:normAutofit/>
          </a:bodyPr>
          <a:lstStyle/>
          <a:p>
            <a:r>
              <a:rPr lang="en-US" sz="4000" dirty="0"/>
              <a:t>Unsupervised clustering to compare high- and low-resistance </a:t>
            </a:r>
            <a:r>
              <a:rPr lang="en-US" sz="4000" i="1" dirty="0"/>
              <a:t>Candida</a:t>
            </a:r>
            <a:r>
              <a:rPr lang="en-US" sz="4000" dirty="0"/>
              <a:t> species.</a:t>
            </a:r>
            <a:endParaRPr lang="en-CA" sz="4000" dirty="0"/>
          </a:p>
        </p:txBody>
      </p:sp>
      <p:sp>
        <p:nvSpPr>
          <p:cNvPr id="25" name="Rectangle 2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AAF7AEC-F6E0-CF6D-3BF5-7A0C6E1274F6}"/>
              </a:ext>
            </a:extLst>
          </p:cNvPr>
          <p:cNvSpPr>
            <a:spLocks noGrp="1"/>
          </p:cNvSpPr>
          <p:nvPr>
            <p:ph idx="1"/>
          </p:nvPr>
        </p:nvSpPr>
        <p:spPr>
          <a:xfrm>
            <a:off x="5434149" y="932687"/>
            <a:ext cx="5916603" cy="5386225"/>
          </a:xfrm>
        </p:spPr>
        <p:txBody>
          <a:bodyPr anchor="ctr">
            <a:normAutofit lnSpcReduction="10000"/>
          </a:bodyPr>
          <a:lstStyle/>
          <a:p>
            <a:pPr marL="0" indent="0">
              <a:buNone/>
            </a:pPr>
            <a:r>
              <a:rPr lang="en-CA" sz="2000" dirty="0"/>
              <a:t>The project is an exploratory, unsupervised clustering analysis.</a:t>
            </a:r>
          </a:p>
          <a:p>
            <a:pPr marL="0" indent="0">
              <a:buNone/>
            </a:pPr>
            <a:r>
              <a:rPr lang="en-CA" sz="2000" b="1" dirty="0"/>
              <a:t>Objective</a:t>
            </a:r>
            <a:r>
              <a:rPr lang="en-CA" sz="2000" dirty="0"/>
              <a:t>:</a:t>
            </a:r>
          </a:p>
          <a:p>
            <a:r>
              <a:rPr lang="en-CA" sz="2000" dirty="0"/>
              <a:t>Compare whether high and low-resistance Candida species show distinct clustering patterns when analyzing ITS and ERG11 gene sequences.</a:t>
            </a:r>
          </a:p>
          <a:p>
            <a:pPr marL="0" indent="0">
              <a:buNone/>
            </a:pPr>
            <a:r>
              <a:rPr lang="en-CA" sz="2000" b="1" dirty="0"/>
              <a:t>Research Question</a:t>
            </a:r>
            <a:r>
              <a:rPr lang="en-CA" sz="2000" dirty="0"/>
              <a:t>:</a:t>
            </a:r>
          </a:p>
          <a:p>
            <a:r>
              <a:rPr lang="en-US" sz="2000" dirty="0"/>
              <a:t>Are there differences between high resistance concern species vs lower resistance concern species?</a:t>
            </a:r>
          </a:p>
          <a:p>
            <a:r>
              <a:rPr lang="en-US" sz="2000" dirty="0"/>
              <a:t>Does ITS vs ERG11 give different clustering patterns? </a:t>
            </a:r>
          </a:p>
          <a:p>
            <a:pPr marL="0" indent="0">
              <a:buNone/>
            </a:pPr>
            <a:r>
              <a:rPr lang="en-US" sz="2000" b="1" dirty="0"/>
              <a:t>Approach</a:t>
            </a:r>
            <a:r>
              <a:rPr lang="en-US" sz="2000" dirty="0"/>
              <a:t>: Obtain ITS and ERG11 gene data from the 6 chosen Candida species and perform unsupervised clustering from pairwise distance matrices and display results from NMDS, PCA, and evaluate cluster quality.</a:t>
            </a:r>
          </a:p>
        </p:txBody>
      </p:sp>
    </p:spTree>
    <p:extLst>
      <p:ext uri="{BB962C8B-B14F-4D97-AF65-F5344CB8AC3E}">
        <p14:creationId xmlns:p14="http://schemas.microsoft.com/office/powerpoint/2010/main" val="3774420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83AD947-4B1B-366F-6E75-B1A905A4E8F8}"/>
              </a:ext>
            </a:extLst>
          </p:cNvPr>
          <p:cNvSpPr>
            <a:spLocks noGrp="1"/>
          </p:cNvSpPr>
          <p:nvPr>
            <p:ph type="title"/>
          </p:nvPr>
        </p:nvSpPr>
        <p:spPr>
          <a:xfrm>
            <a:off x="1115568" y="548640"/>
            <a:ext cx="10168128" cy="1179576"/>
          </a:xfrm>
        </p:spPr>
        <p:txBody>
          <a:bodyPr>
            <a:normAutofit/>
          </a:bodyPr>
          <a:lstStyle/>
          <a:p>
            <a:r>
              <a:rPr lang="en-CA" sz="4000" dirty="0"/>
              <a:t>Candida Data NCBI</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0CF221B-4187-5340-FE8D-EE9EAE52BCBE}"/>
              </a:ext>
            </a:extLst>
          </p:cNvPr>
          <p:cNvSpPr>
            <a:spLocks noGrp="1"/>
          </p:cNvSpPr>
          <p:nvPr>
            <p:ph idx="1"/>
          </p:nvPr>
        </p:nvSpPr>
        <p:spPr>
          <a:xfrm>
            <a:off x="1115568" y="2182579"/>
            <a:ext cx="10168128" cy="4034264"/>
          </a:xfrm>
        </p:spPr>
        <p:txBody>
          <a:bodyPr>
            <a:noAutofit/>
          </a:bodyPr>
          <a:lstStyle/>
          <a:p>
            <a:pPr marL="0" indent="0">
              <a:buNone/>
            </a:pPr>
            <a:r>
              <a:rPr lang="en-CA" sz="2000" b="1" dirty="0"/>
              <a:t>Data Source:</a:t>
            </a:r>
          </a:p>
          <a:p>
            <a:r>
              <a:rPr lang="en-CA" sz="2000" dirty="0"/>
              <a:t>ITS and ERG11 gene sequences were obtained from NCBI Nucleotide Database (GenBank) through R’s </a:t>
            </a:r>
            <a:r>
              <a:rPr lang="en-CA" sz="2000" dirty="0" err="1"/>
              <a:t>rentrez</a:t>
            </a:r>
            <a:r>
              <a:rPr lang="en-CA" sz="2000" dirty="0"/>
              <a:t> package. </a:t>
            </a:r>
          </a:p>
          <a:p>
            <a:r>
              <a:rPr lang="en-CA" sz="2000" dirty="0"/>
              <a:t>The analysis presented is based on the dataset retrieved on December 5th, 2025, as the data get continuously updated on each run of the script. </a:t>
            </a:r>
          </a:p>
          <a:p>
            <a:pPr marL="0" indent="0">
              <a:buNone/>
            </a:pPr>
            <a:r>
              <a:rPr lang="en-CA" sz="2000" b="1" dirty="0"/>
              <a:t>Dataset Properties:</a:t>
            </a:r>
          </a:p>
          <a:p>
            <a:r>
              <a:rPr lang="en-CA" sz="2000" dirty="0"/>
              <a:t>500 Raw ITS and ERG11 sequences per query with length filters:</a:t>
            </a:r>
          </a:p>
          <a:p>
            <a:pPr lvl="1"/>
            <a:r>
              <a:rPr lang="en-CA" sz="2000" b="1" dirty="0">
                <a:solidFill>
                  <a:schemeClr val="accent5"/>
                </a:solidFill>
              </a:rPr>
              <a:t>ITS</a:t>
            </a:r>
            <a:r>
              <a:rPr lang="en-CA" sz="2000" dirty="0"/>
              <a:t>: 400-800 bp –  (values were chosen from Schoch et al., 2012)</a:t>
            </a:r>
          </a:p>
          <a:p>
            <a:pPr lvl="1"/>
            <a:r>
              <a:rPr lang="en-CA" sz="2000" b="1" dirty="0">
                <a:solidFill>
                  <a:schemeClr val="accent3"/>
                </a:solidFill>
              </a:rPr>
              <a:t>ERG11</a:t>
            </a:r>
            <a:r>
              <a:rPr lang="en-CA" sz="2000" dirty="0"/>
              <a:t>: 1000-2500 bp – (values were chosen from de Oliveira Ceita et al., 2014)</a:t>
            </a:r>
          </a:p>
          <a:p>
            <a:r>
              <a:rPr lang="en-CA" sz="2000" dirty="0"/>
              <a:t>After filtering for a balanced dataset per gene:</a:t>
            </a:r>
          </a:p>
          <a:p>
            <a:pPr lvl="1"/>
            <a:r>
              <a:rPr lang="en-CA" sz="2000" dirty="0"/>
              <a:t>84 ITS sequences (14 samples per species)</a:t>
            </a:r>
          </a:p>
          <a:p>
            <a:pPr lvl="1"/>
            <a:r>
              <a:rPr lang="en-CA" sz="2000" dirty="0"/>
              <a:t>30 ERG11 sequences (5 samples per species)</a:t>
            </a:r>
          </a:p>
          <a:p>
            <a:pPr marL="457200" lvl="1" indent="0">
              <a:buNone/>
            </a:pPr>
            <a:endParaRPr lang="en-CA" sz="1800" dirty="0"/>
          </a:p>
        </p:txBody>
      </p:sp>
    </p:spTree>
    <p:extLst>
      <p:ext uri="{BB962C8B-B14F-4D97-AF65-F5344CB8AC3E}">
        <p14:creationId xmlns:p14="http://schemas.microsoft.com/office/powerpoint/2010/main" val="420122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E48F1A-2004-7088-2AF4-61D1D08C8C06}"/>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27C98F-02FF-39F5-75CD-1F0B4831040F}"/>
              </a:ext>
            </a:extLst>
          </p:cNvPr>
          <p:cNvSpPr>
            <a:spLocks noGrp="1"/>
          </p:cNvSpPr>
          <p:nvPr>
            <p:ph type="title"/>
          </p:nvPr>
        </p:nvSpPr>
        <p:spPr>
          <a:xfrm>
            <a:off x="1115568" y="548640"/>
            <a:ext cx="10168128" cy="1179576"/>
          </a:xfrm>
        </p:spPr>
        <p:txBody>
          <a:bodyPr>
            <a:normAutofit/>
          </a:bodyPr>
          <a:lstStyle/>
          <a:p>
            <a:r>
              <a:rPr lang="en-CA" sz="4000" dirty="0"/>
              <a:t>Key Variables &amp; NCBI </a:t>
            </a:r>
            <a:r>
              <a:rPr lang="en-CA" sz="4000"/>
              <a:t>Search Terms</a:t>
            </a:r>
            <a:endParaRPr lang="en-CA" sz="4000" dirty="0"/>
          </a:p>
        </p:txBody>
      </p:sp>
      <p:sp>
        <p:nvSpPr>
          <p:cNvPr id="9" name="Rectangle 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209E88C-0B6D-FAD6-2EE1-BD340BE3D1E4}"/>
              </a:ext>
            </a:extLst>
          </p:cNvPr>
          <p:cNvSpPr>
            <a:spLocks noGrp="1"/>
          </p:cNvSpPr>
          <p:nvPr>
            <p:ph idx="1"/>
          </p:nvPr>
        </p:nvSpPr>
        <p:spPr>
          <a:xfrm>
            <a:off x="1115568" y="2156346"/>
            <a:ext cx="10168128" cy="4153013"/>
          </a:xfrm>
        </p:spPr>
        <p:txBody>
          <a:bodyPr>
            <a:normAutofit fontScale="92500" lnSpcReduction="20000"/>
          </a:bodyPr>
          <a:lstStyle/>
          <a:p>
            <a:pPr marL="0" indent="0">
              <a:buNone/>
            </a:pPr>
            <a:r>
              <a:rPr lang="en-CA" sz="1900" b="1" dirty="0"/>
              <a:t>Key variables:</a:t>
            </a:r>
          </a:p>
          <a:p>
            <a:r>
              <a:rPr lang="en-CA" sz="1900" dirty="0"/>
              <a:t>Gene of Interest: ITS or ERG11) </a:t>
            </a:r>
          </a:p>
          <a:p>
            <a:r>
              <a:rPr lang="en-CA" sz="1900" dirty="0"/>
              <a:t>Species of Interest: </a:t>
            </a:r>
          </a:p>
          <a:p>
            <a:pPr lvl="1"/>
            <a:r>
              <a:rPr lang="en-US" sz="1900" dirty="0"/>
              <a:t>High resistance concern: Candida</a:t>
            </a:r>
            <a:r>
              <a:rPr lang="en-US" sz="1900" i="1" dirty="0"/>
              <a:t> </a:t>
            </a:r>
            <a:r>
              <a:rPr lang="en-US" sz="1900" dirty="0"/>
              <a:t>auris, Candida glabrata, Candida </a:t>
            </a:r>
            <a:r>
              <a:rPr lang="en-US" sz="1900" dirty="0" err="1"/>
              <a:t>krusei</a:t>
            </a:r>
            <a:endParaRPr lang="en-US" sz="1900" dirty="0"/>
          </a:p>
          <a:p>
            <a:pPr lvl="1"/>
            <a:r>
              <a:rPr lang="en-US" sz="1900" dirty="0"/>
              <a:t>Low resistance concern: Candida albicans, Candida </a:t>
            </a:r>
            <a:r>
              <a:rPr lang="en-US" sz="1900" dirty="0" err="1"/>
              <a:t>parapsilosis</a:t>
            </a:r>
            <a:r>
              <a:rPr lang="en-US" sz="1900" dirty="0"/>
              <a:t>, Candida </a:t>
            </a:r>
            <a:r>
              <a:rPr lang="en-US" sz="1900" dirty="0" err="1"/>
              <a:t>tropicali</a:t>
            </a:r>
            <a:r>
              <a:rPr lang="en-CA" sz="1900" dirty="0"/>
              <a:t>s</a:t>
            </a:r>
          </a:p>
          <a:p>
            <a:pPr marL="0" indent="0">
              <a:buNone/>
            </a:pPr>
            <a:r>
              <a:rPr lang="en-CA" sz="1900" b="1" dirty="0"/>
              <a:t>Search Terms: </a:t>
            </a:r>
          </a:p>
          <a:p>
            <a:pPr marL="0" indent="0">
              <a:buNone/>
            </a:pPr>
            <a:endParaRPr lang="en-CA" sz="1900" b="1" dirty="0"/>
          </a:p>
          <a:p>
            <a:pPr marL="0" indent="0">
              <a:buNone/>
            </a:pPr>
            <a:endParaRPr lang="en-CA" sz="1900" b="1" dirty="0"/>
          </a:p>
          <a:p>
            <a:pPr marL="0" indent="0">
              <a:buNone/>
            </a:pPr>
            <a:endParaRPr lang="en-CA" sz="1900" b="1" dirty="0"/>
          </a:p>
          <a:p>
            <a:pPr marL="0" indent="0">
              <a:buNone/>
            </a:pPr>
            <a:endParaRPr lang="en-CA" sz="1900" b="1" dirty="0"/>
          </a:p>
          <a:p>
            <a:pPr marL="0" indent="0">
              <a:buNone/>
            </a:pPr>
            <a:endParaRPr lang="en-CA" sz="1900" b="1" dirty="0"/>
          </a:p>
          <a:p>
            <a:pPr marL="0" indent="0">
              <a:buNone/>
            </a:pPr>
            <a:endParaRPr lang="en-CA" sz="1900" b="1" dirty="0"/>
          </a:p>
          <a:p>
            <a:pPr marL="0" indent="0">
              <a:buNone/>
            </a:pPr>
            <a:r>
              <a:rPr lang="en-CA" sz="1900" b="1" dirty="0"/>
              <a:t>Reference</a:t>
            </a:r>
            <a:r>
              <a:rPr lang="en-CA" sz="1900" dirty="0"/>
              <a:t>: </a:t>
            </a:r>
            <a:r>
              <a:rPr lang="en-CA" sz="1900" dirty="0">
                <a:hlinkClick r:id="rId2"/>
              </a:rPr>
              <a:t>https://www.ncbi.nlm.nih.gov/nucleotide/</a:t>
            </a:r>
            <a:endParaRPr lang="en-CA" sz="1900" dirty="0"/>
          </a:p>
          <a:p>
            <a:pPr marL="0" indent="0">
              <a:buNone/>
            </a:pPr>
            <a:endParaRPr lang="en-CA" sz="1800" dirty="0"/>
          </a:p>
          <a:p>
            <a:pPr marL="0" indent="0">
              <a:buNone/>
            </a:pPr>
            <a:endParaRPr lang="en-CA" sz="1800" dirty="0"/>
          </a:p>
          <a:p>
            <a:pPr marL="457200" lvl="1" indent="0">
              <a:buNone/>
            </a:pPr>
            <a:endParaRPr lang="en-CA" sz="1800" dirty="0"/>
          </a:p>
          <a:p>
            <a:pPr marL="457200" lvl="1" indent="0">
              <a:buNone/>
            </a:pPr>
            <a:endParaRPr lang="en-CA" sz="1800" dirty="0"/>
          </a:p>
          <a:p>
            <a:pPr marL="457200" lvl="1" indent="0">
              <a:buNone/>
            </a:pPr>
            <a:endParaRPr lang="en-CA" sz="1800" dirty="0"/>
          </a:p>
          <a:p>
            <a:pPr marL="457200" lvl="1" indent="0">
              <a:buNone/>
            </a:pPr>
            <a:endParaRPr lang="en-CA" sz="1800" dirty="0"/>
          </a:p>
        </p:txBody>
      </p:sp>
      <p:pic>
        <p:nvPicPr>
          <p:cNvPr id="11" name="Picture 10">
            <a:extLst>
              <a:ext uri="{FF2B5EF4-FFF2-40B4-BE49-F238E27FC236}">
                <a16:creationId xmlns:a16="http://schemas.microsoft.com/office/drawing/2014/main" id="{01DA37CE-CC99-8CFD-28AE-ECA84B58416D}"/>
              </a:ext>
            </a:extLst>
          </p:cNvPr>
          <p:cNvPicPr>
            <a:picLocks noChangeAspect="1"/>
          </p:cNvPicPr>
          <p:nvPr/>
        </p:nvPicPr>
        <p:blipFill>
          <a:blip r:embed="rId3"/>
          <a:stretch>
            <a:fillRect/>
          </a:stretch>
        </p:blipFill>
        <p:spPr>
          <a:xfrm>
            <a:off x="1374876" y="4038190"/>
            <a:ext cx="7321926" cy="647733"/>
          </a:xfrm>
          <a:prstGeom prst="rect">
            <a:avLst/>
          </a:prstGeom>
        </p:spPr>
      </p:pic>
      <p:pic>
        <p:nvPicPr>
          <p:cNvPr id="15" name="Picture 14">
            <a:extLst>
              <a:ext uri="{FF2B5EF4-FFF2-40B4-BE49-F238E27FC236}">
                <a16:creationId xmlns:a16="http://schemas.microsoft.com/office/drawing/2014/main" id="{3751DCBC-9091-39FB-A75F-C6175F7652C6}"/>
              </a:ext>
            </a:extLst>
          </p:cNvPr>
          <p:cNvPicPr>
            <a:picLocks noChangeAspect="1"/>
          </p:cNvPicPr>
          <p:nvPr/>
        </p:nvPicPr>
        <p:blipFill>
          <a:blip r:embed="rId4"/>
          <a:stretch>
            <a:fillRect/>
          </a:stretch>
        </p:blipFill>
        <p:spPr>
          <a:xfrm>
            <a:off x="1362175" y="4757574"/>
            <a:ext cx="7334627" cy="844593"/>
          </a:xfrm>
          <a:prstGeom prst="rect">
            <a:avLst/>
          </a:prstGeom>
        </p:spPr>
      </p:pic>
    </p:spTree>
    <p:extLst>
      <p:ext uri="{BB962C8B-B14F-4D97-AF65-F5344CB8AC3E}">
        <p14:creationId xmlns:p14="http://schemas.microsoft.com/office/powerpoint/2010/main" val="2625460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81506D-A03F-FB45-ABE0-699B684C5D06}"/>
              </a:ext>
            </a:extLst>
          </p:cNvPr>
          <p:cNvSpPr>
            <a:spLocks noGrp="1"/>
          </p:cNvSpPr>
          <p:nvPr>
            <p:ph type="title"/>
          </p:nvPr>
        </p:nvSpPr>
        <p:spPr>
          <a:xfrm>
            <a:off x="621792" y="1161288"/>
            <a:ext cx="3602736" cy="4526280"/>
          </a:xfrm>
        </p:spPr>
        <p:txBody>
          <a:bodyPr>
            <a:normAutofit/>
          </a:bodyPr>
          <a:lstStyle/>
          <a:p>
            <a:r>
              <a:rPr lang="en-CA" sz="4000"/>
              <a:t>Methods</a:t>
            </a:r>
          </a:p>
        </p:txBody>
      </p:sp>
      <p:sp>
        <p:nvSpPr>
          <p:cNvPr id="26" name="Rectangle 2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6" name="Content Placeholder 2">
            <a:extLst>
              <a:ext uri="{FF2B5EF4-FFF2-40B4-BE49-F238E27FC236}">
                <a16:creationId xmlns:a16="http://schemas.microsoft.com/office/drawing/2014/main" id="{919420CF-4B94-D16F-B710-F8E4432A61C3}"/>
              </a:ext>
            </a:extLst>
          </p:cNvPr>
          <p:cNvGraphicFramePr>
            <a:graphicFrameLocks noGrp="1"/>
          </p:cNvGraphicFramePr>
          <p:nvPr>
            <p:ph idx="1"/>
            <p:extLst>
              <p:ext uri="{D42A27DB-BD31-4B8C-83A1-F6EECF244321}">
                <p14:modId xmlns:p14="http://schemas.microsoft.com/office/powerpoint/2010/main" val="325320981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Graphic 4" descr="Petri Dish outline">
            <a:extLst>
              <a:ext uri="{FF2B5EF4-FFF2-40B4-BE49-F238E27FC236}">
                <a16:creationId xmlns:a16="http://schemas.microsoft.com/office/drawing/2014/main" id="{DA5BCD47-B1D7-3E4B-0316-486D8F662F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29456" y="896112"/>
            <a:ext cx="914400" cy="914400"/>
          </a:xfrm>
          <a:prstGeom prst="rect">
            <a:avLst/>
          </a:prstGeom>
        </p:spPr>
      </p:pic>
    </p:spTree>
    <p:extLst>
      <p:ext uri="{BB962C8B-B14F-4D97-AF65-F5344CB8AC3E}">
        <p14:creationId xmlns:p14="http://schemas.microsoft.com/office/powerpoint/2010/main" val="1562785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0770F-47C4-A1A6-1FA2-74C722B04C0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Figure</a:t>
            </a:r>
            <a:r>
              <a:rPr lang="en-US" sz="4800" kern="1200" dirty="0">
                <a:solidFill>
                  <a:schemeClr val="tx1"/>
                </a:solidFill>
                <a:latin typeface="+mj-lt"/>
                <a:ea typeface="+mj-ea"/>
                <a:cs typeface="+mj-cs"/>
              </a:rPr>
              <a:t> 1 – ITS NMDS </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Content Placeholder 5" descr="A chart with different colored dots&#10;&#10;AI-generated content may be incorrect.">
            <a:extLst>
              <a:ext uri="{FF2B5EF4-FFF2-40B4-BE49-F238E27FC236}">
                <a16:creationId xmlns:a16="http://schemas.microsoft.com/office/drawing/2014/main" id="{C0B9DBBF-5366-1389-ED0C-AC6C0CDEB9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2006350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7D140F-45E0-7AF3-DE96-A41A7112527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Figure 2 – ERG11 NMDS </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graph of different colored dots&#10;&#10;AI-generated content may be incorrect.">
            <a:extLst>
              <a:ext uri="{FF2B5EF4-FFF2-40B4-BE49-F238E27FC236}">
                <a16:creationId xmlns:a16="http://schemas.microsoft.com/office/drawing/2014/main" id="{25720D99-0272-52A3-204C-9A304F3383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257106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626F0-6080-736A-2D9A-AA94F916D2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E3D95D-040C-678C-7D56-6EE99A08DC11}"/>
              </a:ext>
            </a:extLst>
          </p:cNvPr>
          <p:cNvSpPr>
            <a:spLocks noGrp="1"/>
          </p:cNvSpPr>
          <p:nvPr>
            <p:ph type="title"/>
          </p:nvPr>
        </p:nvSpPr>
        <p:spPr>
          <a:xfrm>
            <a:off x="621792" y="1161288"/>
            <a:ext cx="3602736" cy="4526280"/>
          </a:xfrm>
        </p:spPr>
        <p:txBody>
          <a:bodyPr>
            <a:normAutofit/>
          </a:bodyPr>
          <a:lstStyle/>
          <a:p>
            <a:r>
              <a:rPr lang="en-US" sz="4000"/>
              <a:t>ERG11 separates species more clearly than ITS, which shows overlap between resistance groups.</a:t>
            </a:r>
            <a:endParaRPr lang="en-CA" sz="40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FB32626-02D4-A295-597D-25B08D756419}"/>
              </a:ext>
            </a:extLst>
          </p:cNvPr>
          <p:cNvSpPr>
            <a:spLocks noGrp="1"/>
          </p:cNvSpPr>
          <p:nvPr>
            <p:ph idx="1"/>
          </p:nvPr>
        </p:nvSpPr>
        <p:spPr>
          <a:xfrm>
            <a:off x="5434149" y="932688"/>
            <a:ext cx="5916603" cy="4992624"/>
          </a:xfrm>
        </p:spPr>
        <p:txBody>
          <a:bodyPr anchor="ctr">
            <a:normAutofit fontScale="92500" lnSpcReduction="10000"/>
          </a:bodyPr>
          <a:lstStyle/>
          <a:p>
            <a:pPr marL="0" indent="0">
              <a:buNone/>
            </a:pPr>
            <a:r>
              <a:rPr lang="en-CA" sz="1900" b="1" dirty="0"/>
              <a:t>Non-metric Multidimensional Scaling (NMDS):</a:t>
            </a:r>
          </a:p>
          <a:p>
            <a:r>
              <a:rPr lang="en-CA" sz="1900" b="1" dirty="0">
                <a:solidFill>
                  <a:schemeClr val="accent3"/>
                </a:solidFill>
              </a:rPr>
              <a:t>ITS</a:t>
            </a:r>
            <a:r>
              <a:rPr lang="en-CA" sz="1900" dirty="0"/>
              <a:t> </a:t>
            </a:r>
            <a:r>
              <a:rPr lang="en-CA" sz="1900" dirty="0">
                <a:sym typeface="Wingdings" panose="05000000000000000000" pitchFamily="2" charset="2"/>
              </a:rPr>
              <a:t> Most species from their own regions except Candida tropicalis and Candida albicans, these ones overlap. (Figure 1)</a:t>
            </a:r>
          </a:p>
          <a:p>
            <a:pPr lvl="1"/>
            <a:r>
              <a:rPr lang="en-CA" sz="1900" dirty="0">
                <a:sym typeface="Wingdings" panose="05000000000000000000" pitchFamily="2" charset="2"/>
              </a:rPr>
              <a:t>The high resistance strains were isolated, low resistance had overlap.</a:t>
            </a:r>
          </a:p>
          <a:p>
            <a:r>
              <a:rPr lang="en-CA" sz="1900" b="1" dirty="0">
                <a:solidFill>
                  <a:schemeClr val="accent5"/>
                </a:solidFill>
                <a:sym typeface="Wingdings" panose="05000000000000000000" pitchFamily="2" charset="2"/>
              </a:rPr>
              <a:t>ERG11</a:t>
            </a:r>
            <a:r>
              <a:rPr lang="en-CA" sz="1900" dirty="0">
                <a:sym typeface="Wingdings" panose="05000000000000000000" pitchFamily="2" charset="2"/>
              </a:rPr>
              <a:t>  Species clusters are more compact and more clearly separated. (Figure 2)</a:t>
            </a:r>
          </a:p>
          <a:p>
            <a:pPr lvl="1"/>
            <a:r>
              <a:rPr lang="en-CA" sz="1900" dirty="0">
                <a:sym typeface="Wingdings" panose="05000000000000000000" pitchFamily="2" charset="2"/>
              </a:rPr>
              <a:t>All were quite separated, no overlap, but also smaller sample size.</a:t>
            </a:r>
          </a:p>
          <a:p>
            <a:pPr marL="0" indent="0">
              <a:buNone/>
            </a:pPr>
            <a:r>
              <a:rPr lang="en-CA" sz="1900" b="1" dirty="0">
                <a:sym typeface="Wingdings" panose="05000000000000000000" pitchFamily="2" charset="2"/>
              </a:rPr>
              <a:t>Were the results expected?</a:t>
            </a:r>
          </a:p>
          <a:p>
            <a:pPr marL="0" indent="0">
              <a:buNone/>
            </a:pPr>
            <a:r>
              <a:rPr lang="en-CA" sz="1900" dirty="0">
                <a:sym typeface="Wingdings" panose="05000000000000000000" pitchFamily="2" charset="2"/>
              </a:rPr>
              <a:t>ERG11 overall performed better than ITS for species separation, which was unexpected. </a:t>
            </a:r>
          </a:p>
          <a:p>
            <a:pPr marL="0" indent="0">
              <a:buNone/>
            </a:pPr>
            <a:r>
              <a:rPr lang="en-CA" sz="1900" b="1" dirty="0"/>
              <a:t>Answer to the question</a:t>
            </a:r>
            <a:r>
              <a:rPr lang="en-CA" sz="1900" dirty="0"/>
              <a:t>:</a:t>
            </a:r>
          </a:p>
          <a:p>
            <a:pPr marL="0" indent="0">
              <a:buNone/>
            </a:pPr>
            <a:r>
              <a:rPr lang="en-US" sz="2000" dirty="0"/>
              <a:t>High- and low-resistance </a:t>
            </a:r>
            <a:r>
              <a:rPr lang="en-US" sz="2000" i="1" dirty="0"/>
              <a:t>Candida</a:t>
            </a:r>
            <a:r>
              <a:rPr lang="en-US" sz="2000" dirty="0"/>
              <a:t> species do show distinct clustering patterns individually, but the strength of separation differs by gene, with ERG11 providing clearer separation than ITS.</a:t>
            </a:r>
            <a:endParaRPr lang="en-CA" sz="1900" dirty="0"/>
          </a:p>
        </p:txBody>
      </p:sp>
    </p:spTree>
    <p:extLst>
      <p:ext uri="{BB962C8B-B14F-4D97-AF65-F5344CB8AC3E}">
        <p14:creationId xmlns:p14="http://schemas.microsoft.com/office/powerpoint/2010/main" val="3009727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33B26C-766D-D96B-659C-D582DE3DFE8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Figure</a:t>
            </a:r>
            <a:r>
              <a:rPr lang="en-US" sz="4800" kern="1200" dirty="0">
                <a:solidFill>
                  <a:schemeClr val="tx1"/>
                </a:solidFill>
                <a:latin typeface="+mj-lt"/>
                <a:ea typeface="+mj-ea"/>
                <a:cs typeface="+mj-cs"/>
              </a:rPr>
              <a:t> 3 – ITS Feature-Based Clustering with PCA</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chart with different colored dots&#10;&#10;AI-generated content may be incorrect.">
            <a:extLst>
              <a:ext uri="{FF2B5EF4-FFF2-40B4-BE49-F238E27FC236}">
                <a16:creationId xmlns:a16="http://schemas.microsoft.com/office/drawing/2014/main" id="{A88D4708-CD6F-B152-141B-708A63023D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721873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8F3956-4354-B183-BE32-41955005D129}"/>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586A67-2A06-FD07-F282-8990DB42C684}"/>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dirty="0"/>
              <a:t>Figure</a:t>
            </a:r>
            <a:r>
              <a:rPr lang="en-US" kern="1200" dirty="0">
                <a:solidFill>
                  <a:schemeClr val="tx1"/>
                </a:solidFill>
                <a:latin typeface="+mj-lt"/>
                <a:ea typeface="+mj-ea"/>
                <a:cs typeface="+mj-cs"/>
              </a:rPr>
              <a:t> 4 – ERG11Feature-Based Clustering with PCA</a:t>
            </a: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graph with colored dots and numbers&#10;&#10;AI-generated content may be incorrect.">
            <a:extLst>
              <a:ext uri="{FF2B5EF4-FFF2-40B4-BE49-F238E27FC236}">
                <a16:creationId xmlns:a16="http://schemas.microsoft.com/office/drawing/2014/main" id="{A992125B-0444-8F48-CBBA-0CADA1F03A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161415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9DA82-3B5F-A633-48A1-6BC1057FEE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362D89-9915-3717-5D6D-70C0944FBFB8}"/>
              </a:ext>
            </a:extLst>
          </p:cNvPr>
          <p:cNvSpPr>
            <a:spLocks noGrp="1"/>
          </p:cNvSpPr>
          <p:nvPr>
            <p:ph type="title"/>
          </p:nvPr>
        </p:nvSpPr>
        <p:spPr>
          <a:xfrm>
            <a:off x="621792" y="1161288"/>
            <a:ext cx="3602736" cy="4526280"/>
          </a:xfrm>
        </p:spPr>
        <p:txBody>
          <a:bodyPr>
            <a:normAutofit/>
          </a:bodyPr>
          <a:lstStyle/>
          <a:p>
            <a:r>
              <a:rPr lang="en-US" sz="4000" dirty="0"/>
              <a:t>ERG11 PCA separates species more clearly than ITS, which shows overlap among several groups.</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85B793E-66B6-D1F7-C31B-0DD03EF48ABF}"/>
              </a:ext>
            </a:extLst>
          </p:cNvPr>
          <p:cNvSpPr>
            <a:spLocks noGrp="1"/>
          </p:cNvSpPr>
          <p:nvPr>
            <p:ph idx="1"/>
          </p:nvPr>
        </p:nvSpPr>
        <p:spPr>
          <a:xfrm>
            <a:off x="5434149" y="932688"/>
            <a:ext cx="5916603" cy="5239512"/>
          </a:xfrm>
        </p:spPr>
        <p:txBody>
          <a:bodyPr anchor="ctr">
            <a:normAutofit fontScale="92500" lnSpcReduction="10000"/>
          </a:bodyPr>
          <a:lstStyle/>
          <a:p>
            <a:pPr marL="0" indent="0">
              <a:buNone/>
            </a:pPr>
            <a:r>
              <a:rPr lang="en-CA" sz="2000" b="1" dirty="0"/>
              <a:t>Feature-Based Clustering with PCA:</a:t>
            </a:r>
          </a:p>
          <a:p>
            <a:r>
              <a:rPr lang="en-CA" sz="2000" b="1" dirty="0">
                <a:solidFill>
                  <a:schemeClr val="accent3"/>
                </a:solidFill>
              </a:rPr>
              <a:t>ITS</a:t>
            </a:r>
            <a:r>
              <a:rPr lang="en-CA" sz="2000" dirty="0"/>
              <a:t> </a:t>
            </a:r>
            <a:r>
              <a:rPr lang="en-CA" sz="2000" dirty="0">
                <a:sym typeface="Wingdings" panose="05000000000000000000" pitchFamily="2" charset="2"/>
              </a:rPr>
              <a:t> Candida glabrata and Candida albicans overlap substantially. Candida tropicalis and Candida </a:t>
            </a:r>
            <a:r>
              <a:rPr lang="en-CA" sz="2000" dirty="0" err="1">
                <a:sym typeface="Wingdings" panose="05000000000000000000" pitchFamily="2" charset="2"/>
              </a:rPr>
              <a:t>parapsilosis</a:t>
            </a:r>
            <a:r>
              <a:rPr lang="en-CA" sz="2000" dirty="0">
                <a:sym typeface="Wingdings" panose="05000000000000000000" pitchFamily="2" charset="2"/>
              </a:rPr>
              <a:t> show partial overlap. Candida </a:t>
            </a:r>
            <a:r>
              <a:rPr lang="en-CA" sz="2000" dirty="0" err="1">
                <a:sym typeface="Wingdings" panose="05000000000000000000" pitchFamily="2" charset="2"/>
              </a:rPr>
              <a:t>krusei</a:t>
            </a:r>
            <a:r>
              <a:rPr lang="en-CA" sz="2000" dirty="0">
                <a:sym typeface="Wingdings" panose="05000000000000000000" pitchFamily="2" charset="2"/>
              </a:rPr>
              <a:t> has an isolated cluster. (Figure 3)</a:t>
            </a:r>
          </a:p>
          <a:p>
            <a:r>
              <a:rPr lang="en-CA" sz="2000" b="1" dirty="0">
                <a:solidFill>
                  <a:schemeClr val="accent5"/>
                </a:solidFill>
                <a:sym typeface="Wingdings" panose="05000000000000000000" pitchFamily="2" charset="2"/>
              </a:rPr>
              <a:t>ERG11</a:t>
            </a:r>
            <a:r>
              <a:rPr lang="en-CA" sz="2000" dirty="0">
                <a:sym typeface="Wingdings" panose="05000000000000000000" pitchFamily="2" charset="2"/>
              </a:rPr>
              <a:t>  Has a small sample size, and species clusters do not overlap. Displays compact clusters. (Figure 4)</a:t>
            </a:r>
          </a:p>
          <a:p>
            <a:pPr marL="0" indent="0">
              <a:buNone/>
            </a:pPr>
            <a:r>
              <a:rPr lang="en-CA" sz="2000" b="1" dirty="0">
                <a:sym typeface="Wingdings" panose="05000000000000000000" pitchFamily="2" charset="2"/>
              </a:rPr>
              <a:t>Were the results expected?</a:t>
            </a:r>
          </a:p>
          <a:p>
            <a:pPr marL="0" indent="0">
              <a:buNone/>
            </a:pPr>
            <a:r>
              <a:rPr lang="en-US" sz="2000" dirty="0"/>
              <a:t>It was unexpected that ERG11, a conserved functional gene, would separate species more clearly than the highly variable ITS region.</a:t>
            </a:r>
          </a:p>
          <a:p>
            <a:pPr marL="0" indent="0">
              <a:buNone/>
            </a:pPr>
            <a:r>
              <a:rPr lang="en-US" sz="2000" b="1" dirty="0"/>
              <a:t>Answer to the original question:</a:t>
            </a:r>
          </a:p>
          <a:p>
            <a:pPr marL="0" indent="0">
              <a:buNone/>
            </a:pPr>
            <a:r>
              <a:rPr lang="en-US" sz="2000" dirty="0"/>
              <a:t>Candida species show clearer separation in ERG11 PCA than ITS PCA, indicating that feature-based clustering strongly depends on gene choice. The high or low resistance concern species are isolated not clustering with each other.</a:t>
            </a:r>
          </a:p>
        </p:txBody>
      </p:sp>
    </p:spTree>
    <p:extLst>
      <p:ext uri="{BB962C8B-B14F-4D97-AF65-F5344CB8AC3E}">
        <p14:creationId xmlns:p14="http://schemas.microsoft.com/office/powerpoint/2010/main" val="3855461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264CC-F8BB-B9D4-C83A-F2BFD0D10B0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BE6C36-EC13-1AD6-9795-0AFA16A478C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Figure</a:t>
            </a:r>
            <a:r>
              <a:rPr lang="en-US" sz="4800" kern="1200" dirty="0">
                <a:solidFill>
                  <a:schemeClr val="tx1"/>
                </a:solidFill>
                <a:latin typeface="+mj-lt"/>
                <a:ea typeface="+mj-ea"/>
                <a:cs typeface="+mj-cs"/>
              </a:rPr>
              <a:t> 5 – ITS Silhouette plot</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Content Placeholder 8" descr="A graph of a graph with numbers and text&#10;&#10;AI-generated content may be incorrect.">
            <a:extLst>
              <a:ext uri="{FF2B5EF4-FFF2-40B4-BE49-F238E27FC236}">
                <a16:creationId xmlns:a16="http://schemas.microsoft.com/office/drawing/2014/main" id="{CD7FB4D6-0700-0A25-90B3-DA55CB4F2E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4229450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F2198-090D-73F2-AA89-74F98EED79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FE1C16-4AD2-88D6-1EF1-8FD19066BF5D}"/>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Figure</a:t>
            </a:r>
            <a:r>
              <a:rPr lang="en-US" sz="4800" kern="1200" dirty="0">
                <a:solidFill>
                  <a:schemeClr val="tx1"/>
                </a:solidFill>
                <a:latin typeface="+mj-lt"/>
                <a:ea typeface="+mj-ea"/>
                <a:cs typeface="+mj-cs"/>
              </a:rPr>
              <a:t> 6 – ERG11 Silhouette plot</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graph with numbers and lines&#10;&#10;AI-generated content may be incorrect.">
            <a:extLst>
              <a:ext uri="{FF2B5EF4-FFF2-40B4-BE49-F238E27FC236}">
                <a16:creationId xmlns:a16="http://schemas.microsoft.com/office/drawing/2014/main" id="{A1C67450-868C-EDDC-8BA9-25CCDA47F7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4608" y="785987"/>
            <a:ext cx="6846363" cy="5134772"/>
          </a:xfrm>
          <a:prstGeom prst="rect">
            <a:avLst/>
          </a:prstGeom>
        </p:spPr>
      </p:pic>
    </p:spTree>
    <p:extLst>
      <p:ext uri="{BB962C8B-B14F-4D97-AF65-F5344CB8AC3E}">
        <p14:creationId xmlns:p14="http://schemas.microsoft.com/office/powerpoint/2010/main" val="3150043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491A87-D6D8-6E21-545A-FABA272B37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862C09-AA77-6A5A-C25C-5F5F795FADBA}"/>
              </a:ext>
            </a:extLst>
          </p:cNvPr>
          <p:cNvSpPr>
            <a:spLocks noGrp="1"/>
          </p:cNvSpPr>
          <p:nvPr>
            <p:ph type="title"/>
          </p:nvPr>
        </p:nvSpPr>
        <p:spPr>
          <a:xfrm>
            <a:off x="621792" y="1161288"/>
            <a:ext cx="3602736" cy="4526280"/>
          </a:xfrm>
        </p:spPr>
        <p:txBody>
          <a:bodyPr>
            <a:normAutofit/>
          </a:bodyPr>
          <a:lstStyle/>
          <a:p>
            <a:r>
              <a:rPr lang="en-US" sz="4000" dirty="0"/>
              <a:t>Silhouette Analysis Shows Stronger Clustering for ERG11 Than ITS.</a:t>
            </a:r>
            <a:endParaRPr lang="en-CA" sz="4000" dirty="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3A1A237-1400-0B9C-DFCC-4EA7A490D230}"/>
              </a:ext>
            </a:extLst>
          </p:cNvPr>
          <p:cNvSpPr>
            <a:spLocks noGrp="1"/>
          </p:cNvSpPr>
          <p:nvPr>
            <p:ph idx="1"/>
          </p:nvPr>
        </p:nvSpPr>
        <p:spPr>
          <a:xfrm>
            <a:off x="5434149" y="587829"/>
            <a:ext cx="5916603" cy="5829299"/>
          </a:xfrm>
        </p:spPr>
        <p:txBody>
          <a:bodyPr anchor="ctr">
            <a:normAutofit fontScale="92500" lnSpcReduction="10000"/>
          </a:bodyPr>
          <a:lstStyle/>
          <a:p>
            <a:pPr marL="0" indent="0">
              <a:buNone/>
            </a:pPr>
            <a:r>
              <a:rPr lang="en-CA" sz="2000" b="1" dirty="0"/>
              <a:t>Silhouette Analysis:</a:t>
            </a:r>
          </a:p>
          <a:p>
            <a:r>
              <a:rPr lang="en-CA" sz="2000" b="1" dirty="0">
                <a:solidFill>
                  <a:schemeClr val="accent3"/>
                </a:solidFill>
              </a:rPr>
              <a:t>ITS</a:t>
            </a:r>
            <a:r>
              <a:rPr lang="en-CA" sz="2000" dirty="0"/>
              <a:t> </a:t>
            </a:r>
            <a:r>
              <a:rPr lang="en-CA" sz="2000" dirty="0">
                <a:sym typeface="Wingdings" panose="05000000000000000000" pitchFamily="2" charset="2"/>
              </a:rPr>
              <a:t> Showed a good but variable performance 0.74 – 1.00, reflecting partial overlap among several species. (Figure 5)</a:t>
            </a:r>
          </a:p>
          <a:p>
            <a:r>
              <a:rPr lang="en-CA" sz="2000" b="1" dirty="0">
                <a:solidFill>
                  <a:schemeClr val="accent5"/>
                </a:solidFill>
                <a:sym typeface="Wingdings" panose="05000000000000000000" pitchFamily="2" charset="2"/>
              </a:rPr>
              <a:t>ERG11</a:t>
            </a:r>
            <a:r>
              <a:rPr lang="en-CA" sz="2000" dirty="0">
                <a:sym typeface="Wingdings" panose="05000000000000000000" pitchFamily="2" charset="2"/>
              </a:rPr>
              <a:t>  Achieved a 0.99 silhouette width, which each species cluster scoring between 0.97-100. (Figure 6)</a:t>
            </a:r>
          </a:p>
          <a:p>
            <a:pPr marL="0" indent="0">
              <a:buNone/>
            </a:pPr>
            <a:r>
              <a:rPr lang="en-US" sz="2000" dirty="0"/>
              <a:t>These scores indicate that ERG11 provides the strongest and most confident species separation, consistent with the NMDS and feature-based clustering.</a:t>
            </a:r>
            <a:endParaRPr lang="en-CA" sz="2000" dirty="0">
              <a:sym typeface="Wingdings" panose="05000000000000000000" pitchFamily="2" charset="2"/>
            </a:endParaRPr>
          </a:p>
          <a:p>
            <a:pPr marL="0" indent="0">
              <a:buNone/>
            </a:pPr>
            <a:r>
              <a:rPr lang="en-CA" sz="2000" b="1" dirty="0">
                <a:sym typeface="Wingdings" panose="05000000000000000000" pitchFamily="2" charset="2"/>
              </a:rPr>
              <a:t>Were the results expected?</a:t>
            </a:r>
          </a:p>
          <a:p>
            <a:pPr marL="0" indent="0">
              <a:buNone/>
            </a:pPr>
            <a:r>
              <a:rPr lang="en-US" sz="2000" dirty="0"/>
              <a:t>it was unexpected that ERG11, a more conserved functional gene, would outperform ITS, the highly variable fungal barcode, by producing nearly perfect silhouette scores. </a:t>
            </a:r>
          </a:p>
          <a:p>
            <a:pPr marL="0" indent="0">
              <a:buNone/>
            </a:pPr>
            <a:r>
              <a:rPr lang="en-US" sz="2000" b="1" dirty="0"/>
              <a:t>Answer to the original question:</a:t>
            </a:r>
          </a:p>
          <a:p>
            <a:pPr marL="0" indent="0">
              <a:buNone/>
            </a:pPr>
            <a:r>
              <a:rPr lang="en-US" sz="2000" dirty="0"/>
              <a:t>Both genes show distinct clustering patterns between </a:t>
            </a:r>
            <a:r>
              <a:rPr lang="en-US" sz="2000" i="1" dirty="0"/>
              <a:t>Candida</a:t>
            </a:r>
            <a:r>
              <a:rPr lang="en-US" sz="2000" dirty="0"/>
              <a:t> species, but ERG11 separates species far more clearly and consistently than ITS.</a:t>
            </a:r>
          </a:p>
        </p:txBody>
      </p:sp>
    </p:spTree>
    <p:extLst>
      <p:ext uri="{BB962C8B-B14F-4D97-AF65-F5344CB8AC3E}">
        <p14:creationId xmlns:p14="http://schemas.microsoft.com/office/powerpoint/2010/main" val="688248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B8FCD5-804E-0578-1A38-A3509A2E9978}"/>
              </a:ext>
            </a:extLst>
          </p:cNvPr>
          <p:cNvSpPr>
            <a:spLocks noGrp="1"/>
          </p:cNvSpPr>
          <p:nvPr>
            <p:ph type="title"/>
          </p:nvPr>
        </p:nvSpPr>
        <p:spPr>
          <a:xfrm>
            <a:off x="1115568" y="597627"/>
            <a:ext cx="10168128" cy="1179576"/>
          </a:xfrm>
        </p:spPr>
        <p:txBody>
          <a:bodyPr>
            <a:normAutofit/>
          </a:bodyPr>
          <a:lstStyle/>
          <a:p>
            <a:r>
              <a:rPr lang="en-US" sz="3700" dirty="0"/>
              <a:t>Interpretation is limited by uneven sample sizes and database bias</a:t>
            </a:r>
          </a:p>
        </p:txBody>
      </p:sp>
      <p:sp>
        <p:nvSpPr>
          <p:cNvPr id="25" name="Rectangle 2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0360C59-5FAF-7B6B-08FC-D58FB9BF36FA}"/>
              </a:ext>
            </a:extLst>
          </p:cNvPr>
          <p:cNvSpPr>
            <a:spLocks noGrp="1"/>
          </p:cNvSpPr>
          <p:nvPr>
            <p:ph idx="1"/>
          </p:nvPr>
        </p:nvSpPr>
        <p:spPr>
          <a:xfrm>
            <a:off x="1115568" y="2146224"/>
            <a:ext cx="10168128" cy="4303557"/>
          </a:xfrm>
        </p:spPr>
        <p:txBody>
          <a:bodyPr>
            <a:normAutofit/>
          </a:bodyPr>
          <a:lstStyle/>
          <a:p>
            <a:pPr marL="0" indent="0">
              <a:buNone/>
            </a:pPr>
            <a:r>
              <a:rPr lang="en-US" sz="2000" dirty="0"/>
              <a:t>One limitation in this project was the big </a:t>
            </a:r>
            <a:r>
              <a:rPr lang="en-US" sz="2000" b="1" dirty="0"/>
              <a:t>difference in sequence availability </a:t>
            </a:r>
            <a:r>
              <a:rPr lang="en-US" sz="2000" dirty="0"/>
              <a:t>between the two genes. ITS is a standard fungal barcode, so there were plenty of sequences to work with (Schoch et al., 2012). </a:t>
            </a:r>
          </a:p>
          <a:p>
            <a:pPr marL="0" indent="0">
              <a:buNone/>
            </a:pPr>
            <a:r>
              <a:rPr lang="en-US" sz="2000" dirty="0"/>
              <a:t>ERG11, on the other hand, is mainly studied in the context of azole resistance (Whaley et al., 2017), so it appears less often in public databases. This created a </a:t>
            </a:r>
            <a:r>
              <a:rPr lang="en-US" sz="2000" b="1" dirty="0"/>
              <a:t>noticeable imbalance in sample size</a:t>
            </a:r>
            <a:r>
              <a:rPr lang="en-US" sz="2000" dirty="0"/>
              <a:t>.</a:t>
            </a:r>
          </a:p>
          <a:p>
            <a:pPr marL="0" indent="0">
              <a:buNone/>
            </a:pPr>
            <a:r>
              <a:rPr lang="en-US" sz="2000" dirty="0"/>
              <a:t>Because of that, even though ERG11 looked like it produced cleaner clusters, it’s hard to say whether this reflects true biological separation. This could just be an outcome of having fewer sequences. Smaller sample sizes are known to inflate silhouette widths and make clusters appear more distinct than they actually are (Wani et al., 2024).</a:t>
            </a:r>
          </a:p>
          <a:p>
            <a:pPr marL="0" indent="0">
              <a:buNone/>
            </a:pPr>
            <a:r>
              <a:rPr lang="en-US" sz="2000" dirty="0"/>
              <a:t>So overall, while the ERG11 results were interesting, they </a:t>
            </a:r>
            <a:r>
              <a:rPr lang="en-US" sz="2000" b="1" dirty="0"/>
              <a:t>can’t really be confirmed without analyzing a much larger ERG11 dataset </a:t>
            </a:r>
            <a:r>
              <a:rPr lang="en-US" sz="2000" dirty="0"/>
              <a:t>or using curated fungal genome resources to validate the patterns.</a:t>
            </a:r>
          </a:p>
        </p:txBody>
      </p:sp>
    </p:spTree>
    <p:extLst>
      <p:ext uri="{BB962C8B-B14F-4D97-AF65-F5344CB8AC3E}">
        <p14:creationId xmlns:p14="http://schemas.microsoft.com/office/powerpoint/2010/main" val="1610408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F84893-49E0-688B-61C5-2DE14D776A0E}"/>
              </a:ext>
            </a:extLst>
          </p:cNvPr>
          <p:cNvSpPr>
            <a:spLocks noGrp="1"/>
          </p:cNvSpPr>
          <p:nvPr>
            <p:ph type="title"/>
          </p:nvPr>
        </p:nvSpPr>
        <p:spPr>
          <a:xfrm>
            <a:off x="1115568" y="548640"/>
            <a:ext cx="10168128" cy="1179576"/>
          </a:xfrm>
        </p:spPr>
        <p:txBody>
          <a:bodyPr>
            <a:normAutofit fontScale="90000"/>
          </a:bodyPr>
          <a:lstStyle/>
          <a:p>
            <a:r>
              <a:rPr lang="en-US" sz="4000" dirty="0"/>
              <a:t>Future work requires larger ERG11 datasets and testing more antifungal genes</a:t>
            </a:r>
            <a:endParaRPr lang="en-CA"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E694640-DD72-F039-1AAA-7D6A0AFADD06}"/>
              </a:ext>
            </a:extLst>
          </p:cNvPr>
          <p:cNvSpPr>
            <a:spLocks noGrp="1"/>
          </p:cNvSpPr>
          <p:nvPr>
            <p:ph idx="1"/>
          </p:nvPr>
        </p:nvSpPr>
        <p:spPr>
          <a:xfrm>
            <a:off x="1115568" y="2172681"/>
            <a:ext cx="10168128" cy="4342419"/>
          </a:xfrm>
        </p:spPr>
        <p:txBody>
          <a:bodyPr>
            <a:normAutofit fontScale="85000" lnSpcReduction="20000"/>
          </a:bodyPr>
          <a:lstStyle/>
          <a:p>
            <a:pPr marL="0" indent="0">
              <a:buNone/>
            </a:pPr>
            <a:r>
              <a:rPr lang="en-US" sz="2400" b="1" dirty="0"/>
              <a:t>Next Steps</a:t>
            </a:r>
          </a:p>
          <a:p>
            <a:r>
              <a:rPr lang="en-US" sz="2400" dirty="0"/>
              <a:t>Both NMDS and PCA showed that the high-resistance species clustered well individually, but they did not form a single “high-resistance group”.</a:t>
            </a:r>
          </a:p>
          <a:p>
            <a:r>
              <a:rPr lang="en-US" sz="2400" dirty="0"/>
              <a:t>The low-resistance species showed more overlap, so the original resistance-concern question wasn’t fully answered.</a:t>
            </a:r>
          </a:p>
          <a:p>
            <a:r>
              <a:rPr lang="en-US" sz="2400" dirty="0"/>
              <a:t>Because the ERG11 sample size was small, the next step would be to collect more ERG11 sequences to test whether these patterns hold.</a:t>
            </a:r>
          </a:p>
          <a:p>
            <a:r>
              <a:rPr lang="en-US" sz="2400" dirty="0"/>
              <a:t> I would also analyze additional antifungal genes to see whether functional genes consistently separate species better than ITS. </a:t>
            </a:r>
          </a:p>
          <a:p>
            <a:pPr marL="0" indent="0">
              <a:buNone/>
            </a:pPr>
            <a:r>
              <a:rPr lang="en-US" sz="2400" b="1" dirty="0"/>
              <a:t>Preliminary Finding Worth Following Up</a:t>
            </a:r>
          </a:p>
          <a:p>
            <a:r>
              <a:rPr lang="en-US" sz="2400" dirty="0"/>
              <a:t>The fact that each high-resistance species clustered cleanly on its own is still a valuable signal and worth exploring further. </a:t>
            </a:r>
          </a:p>
          <a:p>
            <a:r>
              <a:rPr lang="en-US" sz="2400" dirty="0"/>
              <a:t>As antifungal resistance continues to rise, understanding how these genes vary across species is important, and this project provides an early look at those patterns. </a:t>
            </a:r>
          </a:p>
        </p:txBody>
      </p:sp>
    </p:spTree>
    <p:extLst>
      <p:ext uri="{BB962C8B-B14F-4D97-AF65-F5344CB8AC3E}">
        <p14:creationId xmlns:p14="http://schemas.microsoft.com/office/powerpoint/2010/main" val="2055492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9F0BBB-CFF5-A445-E511-8203383E2DD8}"/>
              </a:ext>
            </a:extLst>
          </p:cNvPr>
          <p:cNvSpPr>
            <a:spLocks noGrp="1"/>
          </p:cNvSpPr>
          <p:nvPr>
            <p:ph type="title"/>
          </p:nvPr>
        </p:nvSpPr>
        <p:spPr>
          <a:xfrm>
            <a:off x="1115568" y="548640"/>
            <a:ext cx="10168128" cy="1179576"/>
          </a:xfrm>
        </p:spPr>
        <p:txBody>
          <a:bodyPr>
            <a:normAutofit/>
          </a:bodyPr>
          <a:lstStyle/>
          <a:p>
            <a:r>
              <a:rPr lang="en-CA" sz="4000"/>
              <a:t>Reflection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173835F-899C-AA16-9FC0-19DE39D31E98}"/>
              </a:ext>
            </a:extLst>
          </p:cNvPr>
          <p:cNvSpPr>
            <a:spLocks noGrp="1"/>
          </p:cNvSpPr>
          <p:nvPr>
            <p:ph idx="1"/>
          </p:nvPr>
        </p:nvSpPr>
        <p:spPr>
          <a:xfrm>
            <a:off x="1115568" y="2481943"/>
            <a:ext cx="10168128" cy="3695020"/>
          </a:xfrm>
        </p:spPr>
        <p:txBody>
          <a:bodyPr>
            <a:normAutofit/>
          </a:bodyPr>
          <a:lstStyle/>
          <a:p>
            <a:pPr marL="0" indent="0">
              <a:buNone/>
            </a:pPr>
            <a:r>
              <a:rPr lang="en-US" sz="2000"/>
              <a:t>I chose to focus on clustering for this project because I already have more experience with supervised machine learning, and I wanted to push myself into something less familiar. </a:t>
            </a:r>
          </a:p>
          <a:p>
            <a:pPr marL="0" indent="0">
              <a:buNone/>
            </a:pPr>
            <a:r>
              <a:rPr lang="en-US" sz="2000"/>
              <a:t>At the same time, I’ve recently started learning more about </a:t>
            </a:r>
            <a:r>
              <a:rPr lang="en-US" sz="2000" i="1"/>
              <a:t>Candida</a:t>
            </a:r>
            <a:r>
              <a:rPr lang="en-US" sz="2000"/>
              <a:t> and found the topic of antifungal resistance genuinely interesting, so this project felt like the perfect way to challenge myself while exploring a new research area. One of the biggest improvements for me was finally implementing a functions file having clean, reproducible code made everything so much more organized and easier to follow. </a:t>
            </a:r>
          </a:p>
          <a:p>
            <a:pPr marL="0" indent="0">
              <a:buNone/>
            </a:pPr>
            <a:r>
              <a:rPr lang="en-US" sz="2000"/>
              <a:t>I definitely feel that my R skills have developed significantly through this course and these assignments. Overall, this project helped me grow both technically and personally, and I’m excited to bring these concepts and workflows into BINF*6999 and eventually into my future career.</a:t>
            </a:r>
            <a:endParaRPr lang="en-CA" sz="2000"/>
          </a:p>
        </p:txBody>
      </p:sp>
    </p:spTree>
    <p:extLst>
      <p:ext uri="{BB962C8B-B14F-4D97-AF65-F5344CB8AC3E}">
        <p14:creationId xmlns:p14="http://schemas.microsoft.com/office/powerpoint/2010/main" val="2800872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47B9BA4-DDB8-BEA2-35A1-F7BD2F81D71F}"/>
              </a:ext>
            </a:extLst>
          </p:cNvPr>
          <p:cNvSpPr>
            <a:spLocks noGrp="1"/>
          </p:cNvSpPr>
          <p:nvPr>
            <p:ph type="title"/>
          </p:nvPr>
        </p:nvSpPr>
        <p:spPr>
          <a:xfrm>
            <a:off x="1115568" y="548640"/>
            <a:ext cx="10168128" cy="1179576"/>
          </a:xfrm>
        </p:spPr>
        <p:txBody>
          <a:bodyPr>
            <a:normAutofit/>
          </a:bodyPr>
          <a:lstStyle/>
          <a:p>
            <a:r>
              <a:rPr lang="en-CA" sz="4000"/>
              <a:t>Acknowledgements slide</a:t>
            </a:r>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EF090D86-9E38-DE45-F322-381004069004}"/>
              </a:ext>
            </a:extLst>
          </p:cNvPr>
          <p:cNvSpPr>
            <a:spLocks noGrp="1"/>
          </p:cNvSpPr>
          <p:nvPr>
            <p:ph idx="1"/>
          </p:nvPr>
        </p:nvSpPr>
        <p:spPr>
          <a:xfrm>
            <a:off x="1115568" y="2481943"/>
            <a:ext cx="10168128" cy="3695020"/>
          </a:xfrm>
        </p:spPr>
        <p:txBody>
          <a:bodyPr>
            <a:normAutofit/>
          </a:bodyPr>
          <a:lstStyle/>
          <a:p>
            <a:pPr marL="0" indent="0">
              <a:buNone/>
            </a:pPr>
            <a:r>
              <a:rPr lang="en-CA" sz="2200" dirty="0"/>
              <a:t>I would like to acknowledge Sharon, for being readily available to answer questions and share ideas with. Sharon was also helpful in reminding me of specific rubric requirements.</a:t>
            </a:r>
          </a:p>
          <a:p>
            <a:pPr marL="0" indent="0">
              <a:buNone/>
            </a:pPr>
            <a:endParaRPr lang="en-CA" sz="2200" dirty="0"/>
          </a:p>
          <a:p>
            <a:pPr marL="0" indent="0">
              <a:buNone/>
            </a:pPr>
            <a:r>
              <a:rPr lang="en-CA" sz="2200" dirty="0"/>
              <a:t>I would also like to acknowledge Saira, for being responsive with emails and running my code prior to ensure my functions worked correctly!</a:t>
            </a:r>
          </a:p>
        </p:txBody>
      </p:sp>
    </p:spTree>
    <p:extLst>
      <p:ext uri="{BB962C8B-B14F-4D97-AF65-F5344CB8AC3E}">
        <p14:creationId xmlns:p14="http://schemas.microsoft.com/office/powerpoint/2010/main" val="3672716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79DC-B13B-D4D1-46F8-998C6510540D}"/>
              </a:ext>
            </a:extLst>
          </p:cNvPr>
          <p:cNvSpPr>
            <a:spLocks noGrp="1"/>
          </p:cNvSpPr>
          <p:nvPr>
            <p:ph type="title"/>
          </p:nvPr>
        </p:nvSpPr>
        <p:spPr/>
        <p:txBody>
          <a:bodyPr/>
          <a:lstStyle/>
          <a:p>
            <a:r>
              <a:rPr lang="en-CA" dirty="0"/>
              <a:t>References</a:t>
            </a:r>
          </a:p>
        </p:txBody>
      </p:sp>
      <p:sp>
        <p:nvSpPr>
          <p:cNvPr id="3" name="Content Placeholder 2">
            <a:extLst>
              <a:ext uri="{FF2B5EF4-FFF2-40B4-BE49-F238E27FC236}">
                <a16:creationId xmlns:a16="http://schemas.microsoft.com/office/drawing/2014/main" id="{8C40398D-7486-643F-17E0-747158CF9CE9}"/>
              </a:ext>
            </a:extLst>
          </p:cNvPr>
          <p:cNvSpPr>
            <a:spLocks noGrp="1"/>
          </p:cNvSpPr>
          <p:nvPr>
            <p:ph idx="1"/>
          </p:nvPr>
        </p:nvSpPr>
        <p:spPr>
          <a:xfrm>
            <a:off x="838200" y="1498600"/>
            <a:ext cx="10515600" cy="4678363"/>
          </a:xfrm>
        </p:spPr>
        <p:txBody>
          <a:bodyPr>
            <a:normAutofit fontScale="92500" lnSpcReduction="10000"/>
          </a:bodyPr>
          <a:lstStyle/>
          <a:p>
            <a:pPr marL="0" indent="0">
              <a:buNone/>
            </a:pPr>
            <a:r>
              <a:rPr lang="en-US" sz="1200" dirty="0"/>
              <a:t>Arendrup, M. C., &amp; Patterson, T. F. (2017). Multidrug-resistant </a:t>
            </a:r>
            <a:r>
              <a:rPr lang="en-US" sz="1200" i="1" dirty="0"/>
              <a:t>Candida</a:t>
            </a:r>
            <a:r>
              <a:rPr lang="en-US" sz="1200" dirty="0"/>
              <a:t>: Epidemiology, molecular mechanisms, and treatment. </a:t>
            </a:r>
            <a:r>
              <a:rPr lang="en-US" sz="1200" i="1" dirty="0"/>
              <a:t>The Journal of Infectious Diseases, 216</a:t>
            </a:r>
            <a:r>
              <a:rPr lang="en-US" sz="1200" dirty="0"/>
              <a:t>(suppl_3), S445–S451. </a:t>
            </a:r>
            <a:r>
              <a:rPr lang="en-US" sz="1200" dirty="0">
                <a:hlinkClick r:id="rId3"/>
              </a:rPr>
              <a:t>https://doi.org/10.1093/infdis/jix131</a:t>
            </a:r>
            <a:endParaRPr lang="en-CA" sz="1200" dirty="0"/>
          </a:p>
          <a:p>
            <a:pPr marL="0" indent="0">
              <a:buNone/>
            </a:pPr>
            <a:r>
              <a:rPr lang="en-CA" sz="1200" dirty="0"/>
              <a:t>Chowdhary A, Sharma C, Meis JF (2017) </a:t>
            </a:r>
            <a:r>
              <a:rPr lang="en-CA" sz="1200" i="1" dirty="0"/>
              <a:t>Candida auris</a:t>
            </a:r>
            <a:r>
              <a:rPr lang="en-CA" sz="1200" dirty="0"/>
              <a:t>: A rapidly emerging cause of hospital-acquired multidrug-resistant fungal infections globally. </a:t>
            </a:r>
            <a:r>
              <a:rPr lang="en-CA" sz="1200" dirty="0" err="1"/>
              <a:t>PLoS</a:t>
            </a:r>
            <a:r>
              <a:rPr lang="en-CA" sz="1200" dirty="0"/>
              <a:t> </a:t>
            </a:r>
            <a:r>
              <a:rPr lang="en-CA" sz="1200" dirty="0" err="1"/>
              <a:t>Pathog</a:t>
            </a:r>
            <a:r>
              <a:rPr lang="en-CA" sz="1200" dirty="0"/>
              <a:t> 13(5): e1006290. </a:t>
            </a:r>
            <a:r>
              <a:rPr lang="en-CA" sz="1200" dirty="0">
                <a:hlinkClick r:id="rId4"/>
              </a:rPr>
              <a:t>https://doi.org/10.1371/journal.ppat.1006290</a:t>
            </a:r>
            <a:endParaRPr lang="en-CA" sz="1200" dirty="0"/>
          </a:p>
          <a:p>
            <a:pPr marL="0" indent="0">
              <a:buNone/>
            </a:pPr>
            <a:r>
              <a:rPr lang="en-CA" sz="1200" dirty="0"/>
              <a:t>de Oliveira Ceita, G., Vilas-Boas, L. A., Castilho, M. S., </a:t>
            </a:r>
            <a:r>
              <a:rPr lang="en-CA" sz="1200" dirty="0" err="1"/>
              <a:t>Carazzolle</a:t>
            </a:r>
            <a:r>
              <a:rPr lang="en-CA" sz="1200" dirty="0"/>
              <a:t>, M. F., </a:t>
            </a:r>
            <a:r>
              <a:rPr lang="en-CA" sz="1200" dirty="0" err="1"/>
              <a:t>Pirovani</a:t>
            </a:r>
            <a:r>
              <a:rPr lang="en-CA" sz="1200" dirty="0"/>
              <a:t>, C. P., Selbach-</a:t>
            </a:r>
            <a:r>
              <a:rPr lang="en-CA" sz="1200" dirty="0" err="1"/>
              <a:t>Schnadelbach</a:t>
            </a:r>
            <a:r>
              <a:rPr lang="en-CA" sz="1200" dirty="0"/>
              <a:t>, A., </a:t>
            </a:r>
            <a:r>
              <a:rPr lang="en-CA" sz="1200" dirty="0" err="1"/>
              <a:t>Gramacho</a:t>
            </a:r>
            <a:r>
              <a:rPr lang="en-CA" sz="1200" dirty="0"/>
              <a:t>, K. P., Ramos, P. I., Barbosa, L. V., Pereira, G. A., &amp; Góes-Neto, A. (2014). Analysis of the ergosterol biosynthesis pathway cloning, molecular characterization and phylogeny of lanosterol 14 </a:t>
            </a:r>
            <a:r>
              <a:rPr lang="el-GR" sz="1200" dirty="0"/>
              <a:t>α-</a:t>
            </a:r>
            <a:r>
              <a:rPr lang="en-CA" sz="1200" dirty="0"/>
              <a:t>demethylase (ERG11) gene of </a:t>
            </a:r>
            <a:r>
              <a:rPr lang="en-CA" sz="1200" dirty="0" err="1"/>
              <a:t>Moniliophthora</a:t>
            </a:r>
            <a:r>
              <a:rPr lang="en-CA" sz="1200" dirty="0"/>
              <a:t> </a:t>
            </a:r>
            <a:r>
              <a:rPr lang="en-CA" sz="1200" dirty="0" err="1"/>
              <a:t>perniciosa</a:t>
            </a:r>
            <a:r>
              <a:rPr lang="en-CA" sz="1200" dirty="0"/>
              <a:t>. </a:t>
            </a:r>
            <a:r>
              <a:rPr lang="en-CA" sz="1200" i="1" dirty="0"/>
              <a:t>Genetics and molecular biology</a:t>
            </a:r>
            <a:r>
              <a:rPr lang="en-CA" sz="1200" dirty="0"/>
              <a:t>, </a:t>
            </a:r>
            <a:r>
              <a:rPr lang="en-CA" sz="1200" i="1" dirty="0"/>
              <a:t>37</a:t>
            </a:r>
            <a:r>
              <a:rPr lang="en-CA" sz="1200" dirty="0"/>
              <a:t>(4), 683–693. </a:t>
            </a:r>
            <a:r>
              <a:rPr lang="en-CA" sz="1200" dirty="0">
                <a:hlinkClick r:id="rId5"/>
              </a:rPr>
              <a:t>https://doi.org/10.1590/S1415-47572014005000017</a:t>
            </a:r>
            <a:endParaRPr lang="en-CA" sz="1200" dirty="0"/>
          </a:p>
          <a:p>
            <a:pPr marL="0" indent="0">
              <a:buNone/>
            </a:pPr>
            <a:r>
              <a:rPr lang="en-CA" sz="1200" dirty="0"/>
              <a:t>Nascimento, T., Inácio, J., Guerreiro, D., Diaz, P., Patrício, P., Proença, L., Toscano, C., &amp; Barroso, H. (2024). Susceptibility patterns of candida species collected from Intensive Care Units in Portugal: A prospective study in 2020–2022. </a:t>
            </a:r>
            <a:r>
              <a:rPr lang="en-CA" sz="1200" i="1" dirty="0"/>
              <a:t>Infection Prevention in Practice</a:t>
            </a:r>
            <a:r>
              <a:rPr lang="en-CA" sz="1200" dirty="0"/>
              <a:t>, </a:t>
            </a:r>
            <a:r>
              <a:rPr lang="en-CA" sz="1200" i="1" dirty="0"/>
              <a:t>6</a:t>
            </a:r>
            <a:r>
              <a:rPr lang="en-CA" sz="1200" dirty="0"/>
              <a:t>(4), 100403. </a:t>
            </a:r>
            <a:r>
              <a:rPr lang="en-CA" sz="1200" dirty="0">
                <a:hlinkClick r:id="rId6"/>
              </a:rPr>
              <a:t>https://doi.org/10.1016/j.infpip.2024.100403</a:t>
            </a:r>
            <a:endParaRPr lang="en-CA" sz="1200" dirty="0"/>
          </a:p>
          <a:p>
            <a:pPr marL="0" indent="0">
              <a:buNone/>
            </a:pPr>
            <a:r>
              <a:rPr lang="en-CA" sz="1200" dirty="0"/>
              <a:t>Schoch, C. L., Seifert, K. A., </a:t>
            </a:r>
            <a:r>
              <a:rPr lang="en-CA" sz="1200" dirty="0" err="1"/>
              <a:t>Huhndorf</a:t>
            </a:r>
            <a:r>
              <a:rPr lang="en-CA" sz="1200" dirty="0"/>
              <a:t>, S., Robert, V., Spouge, J. L., Levesque, C. A., Chen, W., Fungal Barcoding Consortium, &amp; Fungal Barcoding Consortium Author List (2012). Nuclear ribosomal internal transcribed spacer (ITS) region as a universal DNA barcode marker for Fungi. </a:t>
            </a:r>
            <a:r>
              <a:rPr lang="en-CA" sz="1200" i="1" dirty="0"/>
              <a:t>Proceedings of the National Academy of Sciences of the United States of America</a:t>
            </a:r>
            <a:r>
              <a:rPr lang="en-CA" sz="1200" dirty="0"/>
              <a:t>, </a:t>
            </a:r>
            <a:r>
              <a:rPr lang="en-CA" sz="1200" i="1" dirty="0"/>
              <a:t>109</a:t>
            </a:r>
            <a:r>
              <a:rPr lang="en-CA" sz="1200" dirty="0"/>
              <a:t>(16), 6241–6246. </a:t>
            </a:r>
            <a:r>
              <a:rPr lang="en-CA" sz="1200" dirty="0">
                <a:hlinkClick r:id="rId7"/>
              </a:rPr>
              <a:t>https://doi.org/10.1073/pnas.1117018109</a:t>
            </a:r>
            <a:r>
              <a:rPr lang="en-CA" sz="1200" dirty="0"/>
              <a:t> </a:t>
            </a:r>
          </a:p>
          <a:p>
            <a:pPr marL="0" indent="0">
              <a:buNone/>
            </a:pPr>
            <a:r>
              <a:rPr lang="en-US" sz="1200" dirty="0"/>
              <a:t>Wani A. A. (2024). Comprehensive analysis of clustering algorithms: exploring limitations and innovative solutions. </a:t>
            </a:r>
            <a:r>
              <a:rPr lang="en-US" sz="1200" i="1" dirty="0" err="1"/>
              <a:t>PeerJ</a:t>
            </a:r>
            <a:r>
              <a:rPr lang="en-US" sz="1200" i="1" dirty="0"/>
              <a:t>. Computer science</a:t>
            </a:r>
            <a:r>
              <a:rPr lang="en-US" sz="1200" dirty="0"/>
              <a:t>, </a:t>
            </a:r>
            <a:r>
              <a:rPr lang="en-US" sz="1200" i="1" dirty="0"/>
              <a:t>10</a:t>
            </a:r>
            <a:r>
              <a:rPr lang="en-US" sz="1200" dirty="0"/>
              <a:t>, e2286. </a:t>
            </a:r>
            <a:r>
              <a:rPr lang="en-US" sz="1200" dirty="0">
                <a:hlinkClick r:id="rId8"/>
              </a:rPr>
              <a:t>https://doi.org/10.7717/peerj-cs.2286</a:t>
            </a:r>
            <a:r>
              <a:rPr lang="en-US" sz="1200" dirty="0"/>
              <a:t>  </a:t>
            </a:r>
            <a:endParaRPr lang="en-CA" sz="1200" dirty="0"/>
          </a:p>
          <a:p>
            <a:pPr marL="0" indent="0">
              <a:buNone/>
            </a:pPr>
            <a:r>
              <a:rPr lang="en-CA" sz="1200" dirty="0"/>
              <a:t>Whaley, S. G., Berkow, E. L., Rybak, J. M., Nishimoto, A. T., Barker, K. S., &amp; Rogers, P. D. (2017). Azole Antifungal Resistance in </a:t>
            </a:r>
            <a:r>
              <a:rPr lang="en-CA" sz="1200" i="1" dirty="0"/>
              <a:t>Candida albicans</a:t>
            </a:r>
            <a:r>
              <a:rPr lang="en-CA" sz="1200" dirty="0"/>
              <a:t> and Emerging Non-</a:t>
            </a:r>
            <a:r>
              <a:rPr lang="en-CA" sz="1200" i="1" dirty="0"/>
              <a:t>albicans Candida</a:t>
            </a:r>
            <a:r>
              <a:rPr lang="en-CA" sz="1200" dirty="0"/>
              <a:t> Species. </a:t>
            </a:r>
            <a:r>
              <a:rPr lang="en-CA" sz="1200" i="1" dirty="0"/>
              <a:t>Frontiers in microbiology</a:t>
            </a:r>
            <a:r>
              <a:rPr lang="en-CA" sz="1200" dirty="0"/>
              <a:t>, </a:t>
            </a:r>
            <a:r>
              <a:rPr lang="en-CA" sz="1200" i="1" dirty="0"/>
              <a:t>7</a:t>
            </a:r>
            <a:r>
              <a:rPr lang="en-CA" sz="1200" dirty="0"/>
              <a:t>, 2173. </a:t>
            </a:r>
            <a:r>
              <a:rPr lang="en-CA" sz="1200" dirty="0">
                <a:hlinkClick r:id="rId9"/>
              </a:rPr>
              <a:t>https://doi.org/10.3389/fmicb.2016.02173</a:t>
            </a:r>
            <a:endParaRPr lang="en-CA" sz="1200" dirty="0"/>
          </a:p>
          <a:p>
            <a:pPr marL="0" indent="0">
              <a:buNone/>
            </a:pPr>
            <a:r>
              <a:rPr lang="en-CA" sz="1200" dirty="0"/>
              <a:t>Programming Resources:</a:t>
            </a:r>
          </a:p>
          <a:p>
            <a:pPr marL="0" indent="0">
              <a:buNone/>
            </a:pPr>
            <a:r>
              <a:rPr lang="en-CA" sz="1200" i="1" dirty="0" err="1"/>
              <a:t>prcomp</a:t>
            </a:r>
            <a:r>
              <a:rPr lang="en-CA" sz="1200" i="1" dirty="0"/>
              <a:t> function | R Documentation</a:t>
            </a:r>
            <a:r>
              <a:rPr lang="en-CA" sz="1200" dirty="0"/>
              <a:t>. (n.d.). Www.rdocumentation.org. https://www.rdocumentation.org/packages/stats/versions/3.6.2/topics/prcomp</a:t>
            </a:r>
          </a:p>
          <a:p>
            <a:pPr marL="0" indent="0">
              <a:buNone/>
            </a:pPr>
            <a:r>
              <a:rPr lang="en-CA" sz="1200" i="1" dirty="0" err="1"/>
              <a:t>cluster.stats</a:t>
            </a:r>
            <a:r>
              <a:rPr lang="en-CA" sz="1200" i="1" dirty="0"/>
              <a:t> function - </a:t>
            </a:r>
            <a:r>
              <a:rPr lang="en-CA" sz="1200" i="1" dirty="0" err="1"/>
              <a:t>RDocumentation</a:t>
            </a:r>
            <a:r>
              <a:rPr lang="en-CA" sz="1200" dirty="0"/>
              <a:t>. (2024). Rdocumentation.org. https://www.rdocumentation.org/packages/fpc/versions/2.2-13/topics/cluster.stats</a:t>
            </a:r>
          </a:p>
          <a:p>
            <a:pPr marL="0" indent="0">
              <a:buNone/>
            </a:pPr>
            <a:r>
              <a:rPr lang="en-CA" sz="1200" i="1" dirty="0" err="1"/>
              <a:t>metaMDS</a:t>
            </a:r>
            <a:r>
              <a:rPr lang="en-CA" sz="1200" i="1" dirty="0"/>
              <a:t> function - </a:t>
            </a:r>
            <a:r>
              <a:rPr lang="en-CA" sz="1200" i="1" dirty="0" err="1"/>
              <a:t>RDocumentation</a:t>
            </a:r>
            <a:r>
              <a:rPr lang="en-CA" sz="1200" dirty="0"/>
              <a:t>. (2025). Rdocumentation.org. https://www.rdocumentation.org/packages/vegan/versions/2.7-2/topics/metaMDS</a:t>
            </a:r>
          </a:p>
          <a:p>
            <a:pPr marL="0" indent="0">
              <a:buNone/>
            </a:pPr>
            <a:r>
              <a:rPr lang="en-CA" sz="1200" i="1" dirty="0" err="1"/>
              <a:t>hclust</a:t>
            </a:r>
            <a:r>
              <a:rPr lang="en-CA" sz="1200" i="1" dirty="0"/>
              <a:t> function - </a:t>
            </a:r>
            <a:r>
              <a:rPr lang="en-CA" sz="1200" i="1" dirty="0" err="1"/>
              <a:t>RDocumentation</a:t>
            </a:r>
            <a:r>
              <a:rPr lang="en-CA" sz="1200" dirty="0"/>
              <a:t>. (n.d.). Www.rdocumentation.org. https://www.rdocumentation.org/packages/stats/versions/3.6.2/topics/hclust</a:t>
            </a:r>
          </a:p>
          <a:p>
            <a:pPr marL="0" indent="0">
              <a:buNone/>
            </a:pPr>
            <a:r>
              <a:rPr lang="en-CA" sz="1200" i="1" dirty="0"/>
              <a:t>R Functions</a:t>
            </a:r>
            <a:r>
              <a:rPr lang="en-CA" sz="1200" dirty="0"/>
              <a:t>. (n.d.). Www.w3schools.com. https://www.w3schools.com/r/r_functions.asp</a:t>
            </a:r>
          </a:p>
        </p:txBody>
      </p:sp>
    </p:spTree>
    <p:extLst>
      <p:ext uri="{BB962C8B-B14F-4D97-AF65-F5344CB8AC3E}">
        <p14:creationId xmlns:p14="http://schemas.microsoft.com/office/powerpoint/2010/main" val="3484402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TotalTime>
  <Words>2373</Words>
  <Application>Microsoft Office PowerPoint</Application>
  <PresentationFormat>Widescreen</PresentationFormat>
  <Paragraphs>134</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Calibri</vt:lpstr>
      <vt:lpstr>Wingdings</vt:lpstr>
      <vt:lpstr>Office Theme</vt:lpstr>
      <vt:lpstr>Species-Level Clustering of Candida Using ITS and ERG11 Gene Sequences</vt:lpstr>
      <vt:lpstr>Species Clustering &amp; Antifungal Resistance in Candida</vt:lpstr>
      <vt:lpstr>Resistance patterns are known, but clustering patterns are not</vt:lpstr>
      <vt:lpstr>Unsupervised clustering to compare high- and low-resistance Candida species.</vt:lpstr>
      <vt:lpstr>Candida Data NCBI</vt:lpstr>
      <vt:lpstr>Key Variables &amp; NCBI Search Terms</vt:lpstr>
      <vt:lpstr>Methods</vt:lpstr>
      <vt:lpstr>Figure 1 – ITS NMDS </vt:lpstr>
      <vt:lpstr>Figure 2 – ERG11 NMDS </vt:lpstr>
      <vt:lpstr>ERG11 separates species more clearly than ITS, which shows overlap between resistance groups.</vt:lpstr>
      <vt:lpstr>Figure 3 – ITS Feature-Based Clustering with PCA</vt:lpstr>
      <vt:lpstr>Figure 4 – ERG11Feature-Based Clustering with PCA</vt:lpstr>
      <vt:lpstr>ERG11 PCA separates species more clearly than ITS, which shows overlap among several groups.</vt:lpstr>
      <vt:lpstr>Figure 5 – ITS Silhouette plot</vt:lpstr>
      <vt:lpstr>Figure 6 – ERG11 Silhouette plot</vt:lpstr>
      <vt:lpstr>Silhouette Analysis Shows Stronger Clustering for ERG11 Than ITS.</vt:lpstr>
      <vt:lpstr>Interpretation is limited by uneven sample sizes and database bias</vt:lpstr>
      <vt:lpstr>Future work requires larger ERG11 datasets and testing more antifungal genes</vt:lpstr>
      <vt:lpstr>Reflection</vt:lpstr>
      <vt:lpstr>Acknowledgements slide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Sabrina Saiphoo</dc:creator>
  <cp:lastModifiedBy>Sabrina Saiphoo</cp:lastModifiedBy>
  <cp:revision>1</cp:revision>
  <dcterms:created xsi:type="dcterms:W3CDTF">2025-12-05T03:59:51Z</dcterms:created>
  <dcterms:modified xsi:type="dcterms:W3CDTF">2025-12-05T23:25:59Z</dcterms:modified>
</cp:coreProperties>
</file>