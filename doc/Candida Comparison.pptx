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66" r:id="rId3"/>
    <p:sldId id="267" r:id="rId4"/>
    <p:sldId id="257" r:id="rId5"/>
    <p:sldId id="268" r:id="rId6"/>
    <p:sldId id="258" r:id="rId7"/>
    <p:sldId id="259" r:id="rId8"/>
    <p:sldId id="260" r:id="rId9"/>
    <p:sldId id="270" r:id="rId10"/>
    <p:sldId id="261" r:id="rId11"/>
    <p:sldId id="262" r:id="rId12"/>
    <p:sldId id="272" r:id="rId13"/>
    <p:sldId id="265" r:id="rId14"/>
    <p:sldId id="263" r:id="rId15"/>
    <p:sldId id="274" r:id="rId16"/>
    <p:sldId id="278" r:id="rId17"/>
    <p:sldId id="279" r:id="rId18"/>
    <p:sldId id="275" r:id="rId19"/>
    <p:sldId id="276" r:id="rId20"/>
    <p:sldId id="277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91CB95-2AE6-47A1-BF8B-781C6B23D02D}" v="37" dt="2025-12-05T17:38:07.37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4680" autoAdjust="0"/>
  </p:normalViewPr>
  <p:slideViewPr>
    <p:cSldViewPr snapToGrid="0">
      <p:cViewPr>
        <p:scale>
          <a:sx n="33" d="100"/>
          <a:sy n="33" d="100"/>
        </p:scale>
        <p:origin x="1052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brina Saiphoo" userId="c384fbdc55ec1817" providerId="LiveId" clId="{C7219627-2762-4F40-B5D0-FB5BACC945B4}"/>
    <pc:docChg chg="undo custSel addSld delSld modSld sldOrd">
      <pc:chgData name="Sabrina Saiphoo" userId="c384fbdc55ec1817" providerId="LiveId" clId="{C7219627-2762-4F40-B5D0-FB5BACC945B4}" dt="2025-12-05T17:38:30.413" v="991" actId="26606"/>
      <pc:docMkLst>
        <pc:docMk/>
      </pc:docMkLst>
      <pc:sldChg chg="addSp delSp modSp new mod modMedia setBg addAnim delAnim">
        <pc:chgData name="Sabrina Saiphoo" userId="c384fbdc55ec1817" providerId="LiveId" clId="{C7219627-2762-4F40-B5D0-FB5BACC945B4}" dt="2025-12-05T17:37:32.487" v="990" actId="14100"/>
        <pc:sldMkLst>
          <pc:docMk/>
          <pc:sldMk cId="3900803714" sldId="256"/>
        </pc:sldMkLst>
        <pc:spChg chg="mod">
          <ac:chgData name="Sabrina Saiphoo" userId="c384fbdc55ec1817" providerId="LiveId" clId="{C7219627-2762-4F40-B5D0-FB5BACC945B4}" dt="2025-12-05T17:35:04.552" v="982" actId="26606"/>
          <ac:spMkLst>
            <pc:docMk/>
            <pc:sldMk cId="3900803714" sldId="256"/>
            <ac:spMk id="2" creationId="{41CD0352-2795-E59F-BA41-B3624DE2902F}"/>
          </ac:spMkLst>
        </pc:spChg>
        <pc:spChg chg="mod">
          <ac:chgData name="Sabrina Saiphoo" userId="c384fbdc55ec1817" providerId="LiveId" clId="{C7219627-2762-4F40-B5D0-FB5BACC945B4}" dt="2025-12-05T17:35:04.552" v="982" actId="26606"/>
          <ac:spMkLst>
            <pc:docMk/>
            <pc:sldMk cId="3900803714" sldId="256"/>
            <ac:spMk id="3" creationId="{5D09F1C5-7CDC-F54C-C948-A9EB66BF9159}"/>
          </ac:spMkLst>
        </pc:spChg>
        <pc:spChg chg="add del">
          <ac:chgData name="Sabrina Saiphoo" userId="c384fbdc55ec1817" providerId="LiveId" clId="{C7219627-2762-4F40-B5D0-FB5BACC945B4}" dt="2025-12-05T05:13:18.129" v="310" actId="26606"/>
          <ac:spMkLst>
            <pc:docMk/>
            <pc:sldMk cId="3900803714" sldId="256"/>
            <ac:spMk id="8" creationId="{1ACA2EA0-FFD3-42EC-9406-B595015ED96E}"/>
          </ac:spMkLst>
        </pc:spChg>
        <pc:spChg chg="add del">
          <ac:chgData name="Sabrina Saiphoo" userId="c384fbdc55ec1817" providerId="LiveId" clId="{C7219627-2762-4F40-B5D0-FB5BACC945B4}" dt="2025-12-05T05:13:18.129" v="310" actId="26606"/>
          <ac:spMkLst>
            <pc:docMk/>
            <pc:sldMk cId="3900803714" sldId="256"/>
            <ac:spMk id="10" creationId="{D5288BCE-665C-472A-8C43-664BCFA31E43}"/>
          </ac:spMkLst>
        </pc:spChg>
        <pc:spChg chg="add del">
          <ac:chgData name="Sabrina Saiphoo" userId="c384fbdc55ec1817" providerId="LiveId" clId="{C7219627-2762-4F40-B5D0-FB5BACC945B4}" dt="2025-12-05T05:13:18.129" v="310" actId="26606"/>
          <ac:spMkLst>
            <pc:docMk/>
            <pc:sldMk cId="3900803714" sldId="256"/>
            <ac:spMk id="12" creationId="{46C57131-53A7-4C1A-BEA8-25F06A06AD29}"/>
          </ac:spMkLst>
        </pc:spChg>
        <pc:spChg chg="add del">
          <ac:chgData name="Sabrina Saiphoo" userId="c384fbdc55ec1817" providerId="LiveId" clId="{C7219627-2762-4F40-B5D0-FB5BACC945B4}" dt="2025-12-05T17:28:55.599" v="952" actId="26606"/>
          <ac:spMkLst>
            <pc:docMk/>
            <pc:sldMk cId="3900803714" sldId="256"/>
            <ac:spMk id="14" creationId="{BAD76F3E-3A97-486B-B402-44400A8B9173}"/>
          </ac:spMkLst>
        </pc:spChg>
        <pc:spChg chg="add del">
          <ac:chgData name="Sabrina Saiphoo" userId="c384fbdc55ec1817" providerId="LiveId" clId="{C7219627-2762-4F40-B5D0-FB5BACC945B4}" dt="2025-12-05T17:28:55.599" v="952" actId="26606"/>
          <ac:spMkLst>
            <pc:docMk/>
            <pc:sldMk cId="3900803714" sldId="256"/>
            <ac:spMk id="15" creationId="{391F6B52-91F4-4AEB-B6DB-29FEBCF28C8B}"/>
          </ac:spMkLst>
        </pc:spChg>
        <pc:spChg chg="add del">
          <ac:chgData name="Sabrina Saiphoo" userId="c384fbdc55ec1817" providerId="LiveId" clId="{C7219627-2762-4F40-B5D0-FB5BACC945B4}" dt="2025-12-05T17:28:55.599" v="952" actId="26606"/>
          <ac:spMkLst>
            <pc:docMk/>
            <pc:sldMk cId="3900803714" sldId="256"/>
            <ac:spMk id="16" creationId="{2CD6F061-7C53-44F4-9794-953DB70A451B}"/>
          </ac:spMkLst>
        </pc:spChg>
        <pc:spChg chg="add del">
          <ac:chgData name="Sabrina Saiphoo" userId="c384fbdc55ec1817" providerId="LiveId" clId="{C7219627-2762-4F40-B5D0-FB5BACC945B4}" dt="2025-12-05T17:28:45.402" v="945" actId="26606"/>
          <ac:spMkLst>
            <pc:docMk/>
            <pc:sldMk cId="3900803714" sldId="256"/>
            <ac:spMk id="22" creationId="{716F42E0-28DF-4093-AFC5-CA01F54C8897}"/>
          </ac:spMkLst>
        </pc:spChg>
        <pc:spChg chg="add del">
          <ac:chgData name="Sabrina Saiphoo" userId="c384fbdc55ec1817" providerId="LiveId" clId="{C7219627-2762-4F40-B5D0-FB5BACC945B4}" dt="2025-12-05T17:28:49.103" v="949" actId="26606"/>
          <ac:spMkLst>
            <pc:docMk/>
            <pc:sldMk cId="3900803714" sldId="256"/>
            <ac:spMk id="23" creationId="{A3363022-C969-41E9-8EB2-E4C94908C1FA}"/>
          </ac:spMkLst>
        </pc:spChg>
        <pc:spChg chg="add del">
          <ac:chgData name="Sabrina Saiphoo" userId="c384fbdc55ec1817" providerId="LiveId" clId="{C7219627-2762-4F40-B5D0-FB5BACC945B4}" dt="2025-12-05T17:28:45.402" v="945" actId="26606"/>
          <ac:spMkLst>
            <pc:docMk/>
            <pc:sldMk cId="3900803714" sldId="256"/>
            <ac:spMk id="24" creationId="{4063B759-00FC-46D1-9898-8E8625268FAF}"/>
          </ac:spMkLst>
        </pc:spChg>
        <pc:spChg chg="add del">
          <ac:chgData name="Sabrina Saiphoo" userId="c384fbdc55ec1817" providerId="LiveId" clId="{C7219627-2762-4F40-B5D0-FB5BACC945B4}" dt="2025-12-05T17:28:49.103" v="949" actId="26606"/>
          <ac:spMkLst>
            <pc:docMk/>
            <pc:sldMk cId="3900803714" sldId="256"/>
            <ac:spMk id="25" creationId="{8D1AD6B3-BE88-4CEB-BA17-790657CC4729}"/>
          </ac:spMkLst>
        </pc:spChg>
        <pc:spChg chg="add del">
          <ac:chgData name="Sabrina Saiphoo" userId="c384fbdc55ec1817" providerId="LiveId" clId="{C7219627-2762-4F40-B5D0-FB5BACC945B4}" dt="2025-12-05T17:28:45.402" v="945" actId="26606"/>
          <ac:spMkLst>
            <pc:docMk/>
            <pc:sldMk cId="3900803714" sldId="256"/>
            <ac:spMk id="26" creationId="{D5B012D8-7F27-4758-9AC6-C889B154BD73}"/>
          </ac:spMkLst>
        </pc:spChg>
        <pc:spChg chg="add del">
          <ac:chgData name="Sabrina Saiphoo" userId="c384fbdc55ec1817" providerId="LiveId" clId="{C7219627-2762-4F40-B5D0-FB5BACC945B4}" dt="2025-12-05T17:28:47.586" v="947" actId="26606"/>
          <ac:spMkLst>
            <pc:docMk/>
            <pc:sldMk cId="3900803714" sldId="256"/>
            <ac:spMk id="29" creationId="{EB0222B5-B739-82A9-5CCC-C5585AE12A69}"/>
          </ac:spMkLst>
        </pc:spChg>
        <pc:spChg chg="add del">
          <ac:chgData name="Sabrina Saiphoo" userId="c384fbdc55ec1817" providerId="LiveId" clId="{C7219627-2762-4F40-B5D0-FB5BACC945B4}" dt="2025-12-05T17:28:47.586" v="947" actId="26606"/>
          <ac:spMkLst>
            <pc:docMk/>
            <pc:sldMk cId="3900803714" sldId="256"/>
            <ac:spMk id="30" creationId="{5BE23E75-E7E9-4D9F-6D25-5512363F8621}"/>
          </ac:spMkLst>
        </pc:spChg>
        <pc:spChg chg="add del">
          <ac:chgData name="Sabrina Saiphoo" userId="c384fbdc55ec1817" providerId="LiveId" clId="{C7219627-2762-4F40-B5D0-FB5BACC945B4}" dt="2025-12-05T17:28:55.583" v="951" actId="26606"/>
          <ac:spMkLst>
            <pc:docMk/>
            <pc:sldMk cId="3900803714" sldId="256"/>
            <ac:spMk id="37" creationId="{65219498-D544-41AC-98FE-8F956EF66A62}"/>
          </ac:spMkLst>
        </pc:spChg>
        <pc:spChg chg="add del">
          <ac:chgData name="Sabrina Saiphoo" userId="c384fbdc55ec1817" providerId="LiveId" clId="{C7219627-2762-4F40-B5D0-FB5BACC945B4}" dt="2025-12-05T17:28:55.583" v="951" actId="26606"/>
          <ac:spMkLst>
            <pc:docMk/>
            <pc:sldMk cId="3900803714" sldId="256"/>
            <ac:spMk id="38" creationId="{F500DBFC-17A9-4E0A-AEE2-A49F9AEEF0FD}"/>
          </ac:spMkLst>
        </pc:spChg>
        <pc:spChg chg="add del">
          <ac:chgData name="Sabrina Saiphoo" userId="c384fbdc55ec1817" providerId="LiveId" clId="{C7219627-2762-4F40-B5D0-FB5BACC945B4}" dt="2025-12-05T17:29:11.227" v="955" actId="26606"/>
          <ac:spMkLst>
            <pc:docMk/>
            <pc:sldMk cId="3900803714" sldId="256"/>
            <ac:spMk id="46" creationId="{55666830-9A19-4E01-8505-D6C7F9AC5665}"/>
          </ac:spMkLst>
        </pc:spChg>
        <pc:spChg chg="add del">
          <ac:chgData name="Sabrina Saiphoo" userId="c384fbdc55ec1817" providerId="LiveId" clId="{C7219627-2762-4F40-B5D0-FB5BACC945B4}" dt="2025-12-05T17:29:11.227" v="955" actId="26606"/>
          <ac:spMkLst>
            <pc:docMk/>
            <pc:sldMk cId="3900803714" sldId="256"/>
            <ac:spMk id="48" creationId="{AE9FC877-7FB6-4D22-9988-35420644E202}"/>
          </ac:spMkLst>
        </pc:spChg>
        <pc:spChg chg="add del">
          <ac:chgData name="Sabrina Saiphoo" userId="c384fbdc55ec1817" providerId="LiveId" clId="{C7219627-2762-4F40-B5D0-FB5BACC945B4}" dt="2025-12-05T17:29:11.227" v="955" actId="26606"/>
          <ac:spMkLst>
            <pc:docMk/>
            <pc:sldMk cId="3900803714" sldId="256"/>
            <ac:spMk id="49" creationId="{E41809D1-F12E-46BB-B804-5F209D325E8B}"/>
          </ac:spMkLst>
        </pc:spChg>
        <pc:spChg chg="add del">
          <ac:chgData name="Sabrina Saiphoo" userId="c384fbdc55ec1817" providerId="LiveId" clId="{C7219627-2762-4F40-B5D0-FB5BACC945B4}" dt="2025-12-05T17:29:11.227" v="955" actId="26606"/>
          <ac:spMkLst>
            <pc:docMk/>
            <pc:sldMk cId="3900803714" sldId="256"/>
            <ac:spMk id="50" creationId="{AF2F604E-43BE-4DC3-B983-E071523364F8}"/>
          </ac:spMkLst>
        </pc:spChg>
        <pc:spChg chg="add del">
          <ac:chgData name="Sabrina Saiphoo" userId="c384fbdc55ec1817" providerId="LiveId" clId="{C7219627-2762-4F40-B5D0-FB5BACC945B4}" dt="2025-12-05T17:29:11.227" v="955" actId="26606"/>
          <ac:spMkLst>
            <pc:docMk/>
            <pc:sldMk cId="3900803714" sldId="256"/>
            <ac:spMk id="51" creationId="{08C9B587-E65E-4B52-B37C-ABEBB6E87928}"/>
          </ac:spMkLst>
        </pc:spChg>
        <pc:spChg chg="add del">
          <ac:chgData name="Sabrina Saiphoo" userId="c384fbdc55ec1817" providerId="LiveId" clId="{C7219627-2762-4F40-B5D0-FB5BACC945B4}" dt="2025-12-05T17:35:04.552" v="982" actId="26606"/>
          <ac:spMkLst>
            <pc:docMk/>
            <pc:sldMk cId="3900803714" sldId="256"/>
            <ac:spMk id="56" creationId="{9B7AD9F6-8CE7-4299-8FC6-328F4DCD3FF9}"/>
          </ac:spMkLst>
        </pc:spChg>
        <pc:spChg chg="add del">
          <ac:chgData name="Sabrina Saiphoo" userId="c384fbdc55ec1817" providerId="LiveId" clId="{C7219627-2762-4F40-B5D0-FB5BACC945B4}" dt="2025-12-05T17:35:04.552" v="982" actId="26606"/>
          <ac:spMkLst>
            <pc:docMk/>
            <pc:sldMk cId="3900803714" sldId="256"/>
            <ac:spMk id="58" creationId="{F49775AF-8896-43EE-92C6-83497D6DC56F}"/>
          </ac:spMkLst>
        </pc:spChg>
        <pc:spChg chg="add del">
          <ac:chgData name="Sabrina Saiphoo" userId="c384fbdc55ec1817" providerId="LiveId" clId="{C7219627-2762-4F40-B5D0-FB5BACC945B4}" dt="2025-12-05T17:34:54.957" v="975" actId="26606"/>
          <ac:spMkLst>
            <pc:docMk/>
            <pc:sldMk cId="3900803714" sldId="256"/>
            <ac:spMk id="63" creationId="{657F69E0-C4B0-4BEC-A689-4F8D877F05D4}"/>
          </ac:spMkLst>
        </pc:spChg>
        <pc:spChg chg="add del">
          <ac:chgData name="Sabrina Saiphoo" userId="c384fbdc55ec1817" providerId="LiveId" clId="{C7219627-2762-4F40-B5D0-FB5BACC945B4}" dt="2025-12-05T17:34:54.957" v="975" actId="26606"/>
          <ac:spMkLst>
            <pc:docMk/>
            <pc:sldMk cId="3900803714" sldId="256"/>
            <ac:spMk id="65" creationId="{9F6380B4-6A1C-481E-8408-B4E6C75B9B81}"/>
          </ac:spMkLst>
        </pc:spChg>
        <pc:spChg chg="add del">
          <ac:chgData name="Sabrina Saiphoo" userId="c384fbdc55ec1817" providerId="LiveId" clId="{C7219627-2762-4F40-B5D0-FB5BACC945B4}" dt="2025-12-05T17:35:00.348" v="977" actId="26606"/>
          <ac:spMkLst>
            <pc:docMk/>
            <pc:sldMk cId="3900803714" sldId="256"/>
            <ac:spMk id="67" creationId="{AF2F604E-43BE-4DC3-B983-E071523364F8}"/>
          </ac:spMkLst>
        </pc:spChg>
        <pc:spChg chg="add del">
          <ac:chgData name="Sabrina Saiphoo" userId="c384fbdc55ec1817" providerId="LiveId" clId="{C7219627-2762-4F40-B5D0-FB5BACC945B4}" dt="2025-12-05T17:35:00.348" v="977" actId="26606"/>
          <ac:spMkLst>
            <pc:docMk/>
            <pc:sldMk cId="3900803714" sldId="256"/>
            <ac:spMk id="68" creationId="{E91DC736-0EF8-4F87-9146-EBF1D2EE4D3D}"/>
          </ac:spMkLst>
        </pc:spChg>
        <pc:spChg chg="add del">
          <ac:chgData name="Sabrina Saiphoo" userId="c384fbdc55ec1817" providerId="LiveId" clId="{C7219627-2762-4F40-B5D0-FB5BACC945B4}" dt="2025-12-05T17:35:00.348" v="977" actId="26606"/>
          <ac:spMkLst>
            <pc:docMk/>
            <pc:sldMk cId="3900803714" sldId="256"/>
            <ac:spMk id="69" creationId="{08C9B587-E65E-4B52-B37C-ABEBB6E87928}"/>
          </ac:spMkLst>
        </pc:spChg>
        <pc:spChg chg="add del">
          <ac:chgData name="Sabrina Saiphoo" userId="c384fbdc55ec1817" providerId="LiveId" clId="{C7219627-2762-4F40-B5D0-FB5BACC945B4}" dt="2025-12-05T17:35:00.348" v="977" actId="26606"/>
          <ac:spMkLst>
            <pc:docMk/>
            <pc:sldMk cId="3900803714" sldId="256"/>
            <ac:spMk id="70" creationId="{097CD68E-23E3-4007-8847-CD0944C4F7BE}"/>
          </ac:spMkLst>
        </pc:spChg>
        <pc:spChg chg="add del">
          <ac:chgData name="Sabrina Saiphoo" userId="c384fbdc55ec1817" providerId="LiveId" clId="{C7219627-2762-4F40-B5D0-FB5BACC945B4}" dt="2025-12-05T17:35:02.844" v="979" actId="26606"/>
          <ac:spMkLst>
            <pc:docMk/>
            <pc:sldMk cId="3900803714" sldId="256"/>
            <ac:spMk id="71" creationId="{86C3B9CB-4E48-4726-B7B9-9E02F71B150F}"/>
          </ac:spMkLst>
        </pc:spChg>
        <pc:spChg chg="add del">
          <ac:chgData name="Sabrina Saiphoo" userId="c384fbdc55ec1817" providerId="LiveId" clId="{C7219627-2762-4F40-B5D0-FB5BACC945B4}" dt="2025-12-05T17:35:02.844" v="979" actId="26606"/>
          <ac:spMkLst>
            <pc:docMk/>
            <pc:sldMk cId="3900803714" sldId="256"/>
            <ac:spMk id="72" creationId="{49B447FE-DDA9-4B30-828A-59FC569124E2}"/>
          </ac:spMkLst>
        </pc:spChg>
        <pc:spChg chg="add del">
          <ac:chgData name="Sabrina Saiphoo" userId="c384fbdc55ec1817" providerId="LiveId" clId="{C7219627-2762-4F40-B5D0-FB5BACC945B4}" dt="2025-12-05T17:35:02.844" v="979" actId="26606"/>
          <ac:spMkLst>
            <pc:docMk/>
            <pc:sldMk cId="3900803714" sldId="256"/>
            <ac:spMk id="73" creationId="{C84384FE-1C88-4CAA-8FB8-2313A3AE734D}"/>
          </ac:spMkLst>
        </pc:spChg>
        <pc:spChg chg="add del">
          <ac:chgData name="Sabrina Saiphoo" userId="c384fbdc55ec1817" providerId="LiveId" clId="{C7219627-2762-4F40-B5D0-FB5BACC945B4}" dt="2025-12-05T17:35:02.844" v="979" actId="26606"/>
          <ac:spMkLst>
            <pc:docMk/>
            <pc:sldMk cId="3900803714" sldId="256"/>
            <ac:spMk id="74" creationId="{C3D487F7-9050-4871-B351-34A72ADB296C}"/>
          </ac:spMkLst>
        </pc:spChg>
        <pc:spChg chg="add del">
          <ac:chgData name="Sabrina Saiphoo" userId="c384fbdc55ec1817" providerId="LiveId" clId="{C7219627-2762-4F40-B5D0-FB5BACC945B4}" dt="2025-12-05T17:35:02.844" v="979" actId="26606"/>
          <ac:spMkLst>
            <pc:docMk/>
            <pc:sldMk cId="3900803714" sldId="256"/>
            <ac:spMk id="75" creationId="{F43C27DD-EF6A-4C48-9669-C2970E71A814}"/>
          </ac:spMkLst>
        </pc:spChg>
        <pc:spChg chg="add del">
          <ac:chgData name="Sabrina Saiphoo" userId="c384fbdc55ec1817" providerId="LiveId" clId="{C7219627-2762-4F40-B5D0-FB5BACC945B4}" dt="2025-12-05T17:35:02.844" v="979" actId="26606"/>
          <ac:spMkLst>
            <pc:docMk/>
            <pc:sldMk cId="3900803714" sldId="256"/>
            <ac:spMk id="76" creationId="{05A1AA86-B7E6-4C02-AA34-F1A25CD4CCBD}"/>
          </ac:spMkLst>
        </pc:spChg>
        <pc:spChg chg="add del">
          <ac:chgData name="Sabrina Saiphoo" userId="c384fbdc55ec1817" providerId="LiveId" clId="{C7219627-2762-4F40-B5D0-FB5BACC945B4}" dt="2025-12-05T17:35:04.536" v="981" actId="26606"/>
          <ac:spMkLst>
            <pc:docMk/>
            <pc:sldMk cId="3900803714" sldId="256"/>
            <ac:spMk id="78" creationId="{06DA9DF9-31F7-4056-B42E-878CC92417B8}"/>
          </ac:spMkLst>
        </pc:spChg>
        <pc:spChg chg="add">
          <ac:chgData name="Sabrina Saiphoo" userId="c384fbdc55ec1817" providerId="LiveId" clId="{C7219627-2762-4F40-B5D0-FB5BACC945B4}" dt="2025-12-05T17:35:04.552" v="982" actId="26606"/>
          <ac:spMkLst>
            <pc:docMk/>
            <pc:sldMk cId="3900803714" sldId="256"/>
            <ac:spMk id="80" creationId="{E91DC736-0EF8-4F87-9146-EBF1D2EE4D3D}"/>
          </ac:spMkLst>
        </pc:spChg>
        <pc:spChg chg="add">
          <ac:chgData name="Sabrina Saiphoo" userId="c384fbdc55ec1817" providerId="LiveId" clId="{C7219627-2762-4F40-B5D0-FB5BACC945B4}" dt="2025-12-05T17:35:04.552" v="982" actId="26606"/>
          <ac:spMkLst>
            <pc:docMk/>
            <pc:sldMk cId="3900803714" sldId="256"/>
            <ac:spMk id="81" creationId="{097CD68E-23E3-4007-8847-CD0944C4F7BE}"/>
          </ac:spMkLst>
        </pc:spChg>
        <pc:spChg chg="add">
          <ac:chgData name="Sabrina Saiphoo" userId="c384fbdc55ec1817" providerId="LiveId" clId="{C7219627-2762-4F40-B5D0-FB5BACC945B4}" dt="2025-12-05T17:35:04.552" v="982" actId="26606"/>
          <ac:spMkLst>
            <pc:docMk/>
            <pc:sldMk cId="3900803714" sldId="256"/>
            <ac:spMk id="82" creationId="{AF2F604E-43BE-4DC3-B983-E071523364F8}"/>
          </ac:spMkLst>
        </pc:spChg>
        <pc:spChg chg="add">
          <ac:chgData name="Sabrina Saiphoo" userId="c384fbdc55ec1817" providerId="LiveId" clId="{C7219627-2762-4F40-B5D0-FB5BACC945B4}" dt="2025-12-05T17:35:04.552" v="982" actId="26606"/>
          <ac:spMkLst>
            <pc:docMk/>
            <pc:sldMk cId="3900803714" sldId="256"/>
            <ac:spMk id="83" creationId="{08C9B587-E65E-4B52-B37C-ABEBB6E87928}"/>
          </ac:spMkLst>
        </pc:spChg>
        <pc:grpChg chg="add del">
          <ac:chgData name="Sabrina Saiphoo" userId="c384fbdc55ec1817" providerId="LiveId" clId="{C7219627-2762-4F40-B5D0-FB5BACC945B4}" dt="2025-12-05T17:28:49.103" v="949" actId="26606"/>
          <ac:grpSpMkLst>
            <pc:docMk/>
            <pc:sldMk cId="3900803714" sldId="256"/>
            <ac:grpSpMk id="27" creationId="{89D1390B-7E13-4B4F-9CB2-391063412E54}"/>
          </ac:grpSpMkLst>
        </pc:grpChg>
        <pc:grpChg chg="add del">
          <ac:chgData name="Sabrina Saiphoo" userId="c384fbdc55ec1817" providerId="LiveId" clId="{C7219627-2762-4F40-B5D0-FB5BACC945B4}" dt="2025-12-05T17:28:55.583" v="951" actId="26606"/>
          <ac:grpSpMkLst>
            <pc:docMk/>
            <pc:sldMk cId="3900803714" sldId="256"/>
            <ac:grpSpMk id="39" creationId="{D74613BB-817C-4C4F-8A24-4936F2F064C0}"/>
          </ac:grpSpMkLst>
        </pc:grpChg>
        <pc:picChg chg="add del mod">
          <ac:chgData name="Sabrina Saiphoo" userId="c384fbdc55ec1817" providerId="LiveId" clId="{C7219627-2762-4F40-B5D0-FB5BACC945B4}" dt="2025-12-05T17:28:45.402" v="945" actId="26606"/>
          <ac:picMkLst>
            <pc:docMk/>
            <pc:sldMk cId="3900803714" sldId="256"/>
            <ac:picMk id="18" creationId="{BD198FFA-3716-F358-7AC2-B233F1C8A6B0}"/>
          </ac:picMkLst>
        </pc:picChg>
        <pc:picChg chg="add del">
          <ac:chgData name="Sabrina Saiphoo" userId="c384fbdc55ec1817" providerId="LiveId" clId="{C7219627-2762-4F40-B5D0-FB5BACC945B4}" dt="2025-12-05T17:28:49.103" v="949" actId="26606"/>
          <ac:picMkLst>
            <pc:docMk/>
            <pc:sldMk cId="3900803714" sldId="256"/>
            <ac:picMk id="20" creationId="{4890CFF9-0FE3-3FDD-AB09-593605372811}"/>
          </ac:picMkLst>
        </pc:picChg>
        <pc:picChg chg="add del">
          <ac:chgData name="Sabrina Saiphoo" userId="c384fbdc55ec1817" providerId="LiveId" clId="{C7219627-2762-4F40-B5D0-FB5BACC945B4}" dt="2025-12-05T17:28:47.586" v="947" actId="26606"/>
          <ac:picMkLst>
            <pc:docMk/>
            <pc:sldMk cId="3900803714" sldId="256"/>
            <ac:picMk id="28" creationId="{B084A942-1A86-CA13-5CAE-54890B668437}"/>
          </ac:picMkLst>
        </pc:picChg>
        <pc:picChg chg="add del">
          <ac:chgData name="Sabrina Saiphoo" userId="c384fbdc55ec1817" providerId="LiveId" clId="{C7219627-2762-4F40-B5D0-FB5BACC945B4}" dt="2025-12-05T17:28:55.583" v="951" actId="26606"/>
          <ac:picMkLst>
            <pc:docMk/>
            <pc:sldMk cId="3900803714" sldId="256"/>
            <ac:picMk id="44" creationId="{02ECEEB5-BF39-EA5B-870B-EBE822E3C2AC}"/>
          </ac:picMkLst>
        </pc:picChg>
        <pc:picChg chg="add del mod ord">
          <ac:chgData name="Sabrina Saiphoo" userId="c384fbdc55ec1817" providerId="LiveId" clId="{C7219627-2762-4F40-B5D0-FB5BACC945B4}" dt="2025-12-05T17:37:32.487" v="990" actId="14100"/>
          <ac:picMkLst>
            <pc:docMk/>
            <pc:sldMk cId="3900803714" sldId="256"/>
            <ac:picMk id="47" creationId="{9777E510-FA33-0085-F41F-113903BD8E25}"/>
          </ac:picMkLst>
        </pc:picChg>
        <pc:picChg chg="add">
          <ac:chgData name="Sabrina Saiphoo" userId="c384fbdc55ec1817" providerId="LiveId" clId="{C7219627-2762-4F40-B5D0-FB5BACC945B4}" dt="2025-12-05T17:32:21.822" v="957"/>
          <ac:picMkLst>
            <pc:docMk/>
            <pc:sldMk cId="3900803714" sldId="256"/>
            <ac:picMk id="1026" creationId="{6838FFB3-EB55-35FF-5A88-59877D2646F9}"/>
          </ac:picMkLst>
        </pc:picChg>
        <pc:picChg chg="add mod">
          <ac:chgData name="Sabrina Saiphoo" userId="c384fbdc55ec1817" providerId="LiveId" clId="{C7219627-2762-4F40-B5D0-FB5BACC945B4}" dt="2025-12-05T17:32:29.146" v="963" actId="1076"/>
          <ac:picMkLst>
            <pc:docMk/>
            <pc:sldMk cId="3900803714" sldId="256"/>
            <ac:picMk id="1028" creationId="{1C0F014F-146F-551D-A29E-CFE6F9522889}"/>
          </ac:picMkLst>
        </pc:picChg>
        <pc:cxnChg chg="add del">
          <ac:chgData name="Sabrina Saiphoo" userId="c384fbdc55ec1817" providerId="LiveId" clId="{C7219627-2762-4F40-B5D0-FB5BACC945B4}" dt="2025-12-05T17:28:47.586" v="947" actId="26606"/>
          <ac:cxnSpMkLst>
            <pc:docMk/>
            <pc:sldMk cId="3900803714" sldId="256"/>
            <ac:cxnSpMk id="31" creationId="{61B115DB-65EB-3FC3-7284-CFDF4ADC60B6}"/>
          </ac:cxnSpMkLst>
        </pc:cxnChg>
      </pc:sldChg>
      <pc:sldChg chg="addSp delSp modSp new mod ord setBg">
        <pc:chgData name="Sabrina Saiphoo" userId="c384fbdc55ec1817" providerId="LiveId" clId="{C7219627-2762-4F40-B5D0-FB5BACC945B4}" dt="2025-12-05T17:10:49.743" v="462" actId="20577"/>
        <pc:sldMkLst>
          <pc:docMk/>
          <pc:sldMk cId="3774420809" sldId="257"/>
        </pc:sldMkLst>
        <pc:spChg chg="mod">
          <ac:chgData name="Sabrina Saiphoo" userId="c384fbdc55ec1817" providerId="LiveId" clId="{C7219627-2762-4F40-B5D0-FB5BACC945B4}" dt="2025-12-05T17:10:49.743" v="462" actId="20577"/>
          <ac:spMkLst>
            <pc:docMk/>
            <pc:sldMk cId="3774420809" sldId="257"/>
            <ac:spMk id="2" creationId="{18A991CC-66DE-BBB0-59C5-1DF76F0E430F}"/>
          </ac:spMkLst>
        </pc:spChg>
        <pc:spChg chg="add del mod">
          <ac:chgData name="Sabrina Saiphoo" userId="c384fbdc55ec1817" providerId="LiveId" clId="{C7219627-2762-4F40-B5D0-FB5BACC945B4}" dt="2025-12-05T05:13:24.092" v="312" actId="26606"/>
          <ac:spMkLst>
            <pc:docMk/>
            <pc:sldMk cId="3774420809" sldId="257"/>
            <ac:spMk id="3" creationId="{EAAF7AEC-F6E0-CF6D-3BF5-7A0C6E1274F6}"/>
          </ac:spMkLst>
        </pc:spChg>
        <pc:spChg chg="add mod">
          <ac:chgData name="Sabrina Saiphoo" userId="c384fbdc55ec1817" providerId="LiveId" clId="{C7219627-2762-4F40-B5D0-FB5BACC945B4}" dt="2025-12-05T04:04:44.205" v="34"/>
          <ac:spMkLst>
            <pc:docMk/>
            <pc:sldMk cId="3774420809" sldId="257"/>
            <ac:spMk id="4" creationId="{53E7DB9B-8310-4747-C027-0FB3B304ED20}"/>
          </ac:spMkLst>
        </pc:spChg>
        <pc:spChg chg="add mod">
          <ac:chgData name="Sabrina Saiphoo" userId="c384fbdc55ec1817" providerId="LiveId" clId="{C7219627-2762-4F40-B5D0-FB5BACC945B4}" dt="2025-12-05T04:04:50.527" v="36"/>
          <ac:spMkLst>
            <pc:docMk/>
            <pc:sldMk cId="3774420809" sldId="257"/>
            <ac:spMk id="5" creationId="{5F5D54B3-EB33-77EC-134F-1C88D7600405}"/>
          </ac:spMkLst>
        </pc:spChg>
        <pc:spChg chg="add">
          <ac:chgData name="Sabrina Saiphoo" userId="c384fbdc55ec1817" providerId="LiveId" clId="{C7219627-2762-4F40-B5D0-FB5BACC945B4}" dt="2025-12-05T05:13:24.092" v="312" actId="26606"/>
          <ac:spMkLst>
            <pc:docMk/>
            <pc:sldMk cId="3774420809" sldId="257"/>
            <ac:spMk id="8" creationId="{DAF1966E-FD40-4A4A-B61B-C4DF7FA05F06}"/>
          </ac:spMkLst>
        </pc:spChg>
        <pc:spChg chg="add">
          <ac:chgData name="Sabrina Saiphoo" userId="c384fbdc55ec1817" providerId="LiveId" clId="{C7219627-2762-4F40-B5D0-FB5BACC945B4}" dt="2025-12-05T05:13:24.092" v="312" actId="26606"/>
          <ac:spMkLst>
            <pc:docMk/>
            <pc:sldMk cId="3774420809" sldId="257"/>
            <ac:spMk id="10" creationId="{047BFA19-D45E-416B-A404-7AF2F3F27017}"/>
          </ac:spMkLst>
        </pc:spChg>
        <pc:spChg chg="add">
          <ac:chgData name="Sabrina Saiphoo" userId="c384fbdc55ec1817" providerId="LiveId" clId="{C7219627-2762-4F40-B5D0-FB5BACC945B4}" dt="2025-12-05T05:13:24.092" v="312" actId="26606"/>
          <ac:spMkLst>
            <pc:docMk/>
            <pc:sldMk cId="3774420809" sldId="257"/>
            <ac:spMk id="12" creationId="{8E0105E7-23DB-4CF2-8258-FF47C7620F6E}"/>
          </ac:spMkLst>
        </pc:spChg>
        <pc:spChg chg="add">
          <ac:chgData name="Sabrina Saiphoo" userId="c384fbdc55ec1817" providerId="LiveId" clId="{C7219627-2762-4F40-B5D0-FB5BACC945B4}" dt="2025-12-05T05:13:24.092" v="312" actId="26606"/>
          <ac:spMkLst>
            <pc:docMk/>
            <pc:sldMk cId="3774420809" sldId="257"/>
            <ac:spMk id="14" creationId="{074B4F7D-14B2-478B-8BF5-01E4E0C5D263}"/>
          </ac:spMkLst>
        </pc:spChg>
      </pc:sldChg>
      <pc:sldChg chg="addSp modSp new mod setBg">
        <pc:chgData name="Sabrina Saiphoo" userId="c384fbdc55ec1817" providerId="LiveId" clId="{C7219627-2762-4F40-B5D0-FB5BACC945B4}" dt="2025-12-05T05:13:30.340" v="313" actId="26606"/>
        <pc:sldMkLst>
          <pc:docMk/>
          <pc:sldMk cId="1562785195" sldId="258"/>
        </pc:sldMkLst>
        <pc:spChg chg="mod">
          <ac:chgData name="Sabrina Saiphoo" userId="c384fbdc55ec1817" providerId="LiveId" clId="{C7219627-2762-4F40-B5D0-FB5BACC945B4}" dt="2025-12-05T05:13:30.340" v="313" actId="26606"/>
          <ac:spMkLst>
            <pc:docMk/>
            <pc:sldMk cId="1562785195" sldId="258"/>
            <ac:spMk id="2" creationId="{FB81506D-A03F-FB45-ABE0-699B684C5D06}"/>
          </ac:spMkLst>
        </pc:spChg>
        <pc:spChg chg="mod">
          <ac:chgData name="Sabrina Saiphoo" userId="c384fbdc55ec1817" providerId="LiveId" clId="{C7219627-2762-4F40-B5D0-FB5BACC945B4}" dt="2025-12-05T05:13:30.340" v="313" actId="26606"/>
          <ac:spMkLst>
            <pc:docMk/>
            <pc:sldMk cId="1562785195" sldId="258"/>
            <ac:spMk id="3" creationId="{CF530968-FBBB-275D-311B-50F20A251D33}"/>
          </ac:spMkLst>
        </pc:spChg>
        <pc:spChg chg="add">
          <ac:chgData name="Sabrina Saiphoo" userId="c384fbdc55ec1817" providerId="LiveId" clId="{C7219627-2762-4F40-B5D0-FB5BACC945B4}" dt="2025-12-05T05:13:30.340" v="313" actId="26606"/>
          <ac:spMkLst>
            <pc:docMk/>
            <pc:sldMk cId="1562785195" sldId="258"/>
            <ac:spMk id="8" creationId="{DAF1966E-FD40-4A4A-B61B-C4DF7FA05F06}"/>
          </ac:spMkLst>
        </pc:spChg>
        <pc:spChg chg="add">
          <ac:chgData name="Sabrina Saiphoo" userId="c384fbdc55ec1817" providerId="LiveId" clId="{C7219627-2762-4F40-B5D0-FB5BACC945B4}" dt="2025-12-05T05:13:30.340" v="313" actId="26606"/>
          <ac:spMkLst>
            <pc:docMk/>
            <pc:sldMk cId="1562785195" sldId="258"/>
            <ac:spMk id="10" creationId="{047BFA19-D45E-416B-A404-7AF2F3F27017}"/>
          </ac:spMkLst>
        </pc:spChg>
        <pc:spChg chg="add">
          <ac:chgData name="Sabrina Saiphoo" userId="c384fbdc55ec1817" providerId="LiveId" clId="{C7219627-2762-4F40-B5D0-FB5BACC945B4}" dt="2025-12-05T05:13:30.340" v="313" actId="26606"/>
          <ac:spMkLst>
            <pc:docMk/>
            <pc:sldMk cId="1562785195" sldId="258"/>
            <ac:spMk id="12" creationId="{8E0105E7-23DB-4CF2-8258-FF47C7620F6E}"/>
          </ac:spMkLst>
        </pc:spChg>
        <pc:spChg chg="add">
          <ac:chgData name="Sabrina Saiphoo" userId="c384fbdc55ec1817" providerId="LiveId" clId="{C7219627-2762-4F40-B5D0-FB5BACC945B4}" dt="2025-12-05T05:13:30.340" v="313" actId="26606"/>
          <ac:spMkLst>
            <pc:docMk/>
            <pc:sldMk cId="1562785195" sldId="258"/>
            <ac:spMk id="14" creationId="{074B4F7D-14B2-478B-8BF5-01E4E0C5D263}"/>
          </ac:spMkLst>
        </pc:spChg>
      </pc:sldChg>
      <pc:sldChg chg="addSp delSp modSp new mod setBg">
        <pc:chgData name="Sabrina Saiphoo" userId="c384fbdc55ec1817" providerId="LiveId" clId="{C7219627-2762-4F40-B5D0-FB5BACC945B4}" dt="2025-12-05T05:12:03.245" v="302" actId="26606"/>
        <pc:sldMkLst>
          <pc:docMk/>
          <pc:sldMk cId="2006350347" sldId="259"/>
        </pc:sldMkLst>
        <pc:spChg chg="mod">
          <ac:chgData name="Sabrina Saiphoo" userId="c384fbdc55ec1817" providerId="LiveId" clId="{C7219627-2762-4F40-B5D0-FB5BACC945B4}" dt="2025-12-05T05:12:03.245" v="302" actId="26606"/>
          <ac:spMkLst>
            <pc:docMk/>
            <pc:sldMk cId="2006350347" sldId="259"/>
            <ac:spMk id="2" creationId="{8390770F-47C4-A1A6-1FA2-74C722B04C02}"/>
          </ac:spMkLst>
        </pc:spChg>
        <pc:spChg chg="del">
          <ac:chgData name="Sabrina Saiphoo" userId="c384fbdc55ec1817" providerId="LiveId" clId="{C7219627-2762-4F40-B5D0-FB5BACC945B4}" dt="2025-12-05T04:19:00.293" v="61" actId="931"/>
          <ac:spMkLst>
            <pc:docMk/>
            <pc:sldMk cId="2006350347" sldId="259"/>
            <ac:spMk id="3" creationId="{0E8F32EB-23EF-9B12-D901-6FF02FA4F35F}"/>
          </ac:spMkLst>
        </pc:spChg>
        <pc:spChg chg="add del mod">
          <ac:chgData name="Sabrina Saiphoo" userId="c384fbdc55ec1817" providerId="LiveId" clId="{C7219627-2762-4F40-B5D0-FB5BACC945B4}" dt="2025-12-05T05:09:59.312" v="267"/>
          <ac:spMkLst>
            <pc:docMk/>
            <pc:sldMk cId="2006350347" sldId="259"/>
            <ac:spMk id="4" creationId="{91CBBAAB-CE54-C9A2-6C7E-10EE3D869C0E}"/>
          </ac:spMkLst>
        </pc:spChg>
        <pc:spChg chg="add del mod">
          <ac:chgData name="Sabrina Saiphoo" userId="c384fbdc55ec1817" providerId="LiveId" clId="{C7219627-2762-4F40-B5D0-FB5BACC945B4}" dt="2025-12-05T04:44:15.086" v="261"/>
          <ac:spMkLst>
            <pc:docMk/>
            <pc:sldMk cId="2006350347" sldId="259"/>
            <ac:spMk id="7" creationId="{F498FD9B-9118-B951-2FD8-95C16DD5056E}"/>
          </ac:spMkLst>
        </pc:spChg>
        <pc:spChg chg="add del">
          <ac:chgData name="Sabrina Saiphoo" userId="c384fbdc55ec1817" providerId="LiveId" clId="{C7219627-2762-4F40-B5D0-FB5BACC945B4}" dt="2025-12-05T05:12:03.245" v="302" actId="26606"/>
          <ac:spMkLst>
            <pc:docMk/>
            <pc:sldMk cId="2006350347" sldId="259"/>
            <ac:spMk id="11" creationId="{665DBBEF-238B-476B-96AB-8AAC3224ECEA}"/>
          </ac:spMkLst>
        </pc:spChg>
        <pc:spChg chg="add del">
          <ac:chgData name="Sabrina Saiphoo" userId="c384fbdc55ec1817" providerId="LiveId" clId="{C7219627-2762-4F40-B5D0-FB5BACC945B4}" dt="2025-12-05T05:12:03.245" v="302" actId="26606"/>
          <ac:spMkLst>
            <pc:docMk/>
            <pc:sldMk cId="2006350347" sldId="259"/>
            <ac:spMk id="13" creationId="{3FCFB1DE-0B7E-48CC-BA90-B2AB0889F9D6}"/>
          </ac:spMkLst>
        </pc:spChg>
        <pc:spChg chg="add">
          <ac:chgData name="Sabrina Saiphoo" userId="c384fbdc55ec1817" providerId="LiveId" clId="{C7219627-2762-4F40-B5D0-FB5BACC945B4}" dt="2025-12-05T05:12:03.245" v="302" actId="26606"/>
          <ac:spMkLst>
            <pc:docMk/>
            <pc:sldMk cId="2006350347" sldId="259"/>
            <ac:spMk id="18" creationId="{68AF5748-FED8-45BA-8631-26D1D10F3246}"/>
          </ac:spMkLst>
        </pc:spChg>
        <pc:spChg chg="add">
          <ac:chgData name="Sabrina Saiphoo" userId="c384fbdc55ec1817" providerId="LiveId" clId="{C7219627-2762-4F40-B5D0-FB5BACC945B4}" dt="2025-12-05T05:12:03.245" v="302" actId="26606"/>
          <ac:spMkLst>
            <pc:docMk/>
            <pc:sldMk cId="2006350347" sldId="259"/>
            <ac:spMk id="20" creationId="{AF2F604E-43BE-4DC3-B983-E071523364F8}"/>
          </ac:spMkLst>
        </pc:spChg>
        <pc:spChg chg="add">
          <ac:chgData name="Sabrina Saiphoo" userId="c384fbdc55ec1817" providerId="LiveId" clId="{C7219627-2762-4F40-B5D0-FB5BACC945B4}" dt="2025-12-05T05:12:03.245" v="302" actId="26606"/>
          <ac:spMkLst>
            <pc:docMk/>
            <pc:sldMk cId="2006350347" sldId="259"/>
            <ac:spMk id="22" creationId="{08C9B587-E65E-4B52-B37C-ABEBB6E87928}"/>
          </ac:spMkLst>
        </pc:spChg>
        <pc:picChg chg="add del mod">
          <ac:chgData name="Sabrina Saiphoo" userId="c384fbdc55ec1817" providerId="LiveId" clId="{C7219627-2762-4F40-B5D0-FB5BACC945B4}" dt="2025-12-05T04:26:52.454" v="111" actId="478"/>
          <ac:picMkLst>
            <pc:docMk/>
            <pc:sldMk cId="2006350347" sldId="259"/>
            <ac:picMk id="5" creationId="{2AF0C74C-60C9-7B60-D12D-A9974575FE10}"/>
          </ac:picMkLst>
        </pc:picChg>
        <pc:picChg chg="add mod">
          <ac:chgData name="Sabrina Saiphoo" userId="c384fbdc55ec1817" providerId="LiveId" clId="{C7219627-2762-4F40-B5D0-FB5BACC945B4}" dt="2025-12-05T05:12:03.245" v="302" actId="26606"/>
          <ac:picMkLst>
            <pc:docMk/>
            <pc:sldMk cId="2006350347" sldId="259"/>
            <ac:picMk id="6" creationId="{C0B9DBBF-5366-1389-ED0C-AC6C0CDEB959}"/>
          </ac:picMkLst>
        </pc:picChg>
        <pc:picChg chg="add del mod">
          <ac:chgData name="Sabrina Saiphoo" userId="c384fbdc55ec1817" providerId="LiveId" clId="{C7219627-2762-4F40-B5D0-FB5BACC945B4}" dt="2025-12-05T05:09:44.648" v="266" actId="478"/>
          <ac:picMkLst>
            <pc:docMk/>
            <pc:sldMk cId="2006350347" sldId="259"/>
            <ac:picMk id="9" creationId="{236A99C1-5586-B223-CBC0-C498AAFC72D6}"/>
          </ac:picMkLst>
        </pc:picChg>
      </pc:sldChg>
      <pc:sldChg chg="addSp delSp modSp new mod setBg">
        <pc:chgData name="Sabrina Saiphoo" userId="c384fbdc55ec1817" providerId="LiveId" clId="{C7219627-2762-4F40-B5D0-FB5BACC945B4}" dt="2025-12-05T05:12:06.247" v="303" actId="26606"/>
        <pc:sldMkLst>
          <pc:docMk/>
          <pc:sldMk cId="2571068111" sldId="260"/>
        </pc:sldMkLst>
        <pc:spChg chg="mod">
          <ac:chgData name="Sabrina Saiphoo" userId="c384fbdc55ec1817" providerId="LiveId" clId="{C7219627-2762-4F40-B5D0-FB5BACC945B4}" dt="2025-12-05T05:12:06.247" v="303" actId="26606"/>
          <ac:spMkLst>
            <pc:docMk/>
            <pc:sldMk cId="2571068111" sldId="260"/>
            <ac:spMk id="2" creationId="{6D7D140F-45E0-7AF3-DE96-A41A71125275}"/>
          </ac:spMkLst>
        </pc:spChg>
        <pc:spChg chg="del">
          <ac:chgData name="Sabrina Saiphoo" userId="c384fbdc55ec1817" providerId="LiveId" clId="{C7219627-2762-4F40-B5D0-FB5BACC945B4}" dt="2025-12-05T04:26:28.888" v="108" actId="931"/>
          <ac:spMkLst>
            <pc:docMk/>
            <pc:sldMk cId="2571068111" sldId="260"/>
            <ac:spMk id="3" creationId="{2B6E11EB-13AB-7A60-F7ED-FE8D82A3D34C}"/>
          </ac:spMkLst>
        </pc:spChg>
        <pc:spChg chg="add del mod">
          <ac:chgData name="Sabrina Saiphoo" userId="c384fbdc55ec1817" providerId="LiveId" clId="{C7219627-2762-4F40-B5D0-FB5BACC945B4}" dt="2025-12-05T05:10:05.284" v="270"/>
          <ac:spMkLst>
            <pc:docMk/>
            <pc:sldMk cId="2571068111" sldId="260"/>
            <ac:spMk id="7" creationId="{5559CD8B-1923-3EA4-1604-000332616E15}"/>
          </ac:spMkLst>
        </pc:spChg>
        <pc:spChg chg="add del">
          <ac:chgData name="Sabrina Saiphoo" userId="c384fbdc55ec1817" providerId="LiveId" clId="{C7219627-2762-4F40-B5D0-FB5BACC945B4}" dt="2025-12-05T05:12:06.247" v="303" actId="26606"/>
          <ac:spMkLst>
            <pc:docMk/>
            <pc:sldMk cId="2571068111" sldId="260"/>
            <ac:spMk id="9" creationId="{665DBBEF-238B-476B-96AB-8AAC3224ECEA}"/>
          </ac:spMkLst>
        </pc:spChg>
        <pc:spChg chg="add del">
          <ac:chgData name="Sabrina Saiphoo" userId="c384fbdc55ec1817" providerId="LiveId" clId="{C7219627-2762-4F40-B5D0-FB5BACC945B4}" dt="2025-12-05T05:12:06.247" v="303" actId="26606"/>
          <ac:spMkLst>
            <pc:docMk/>
            <pc:sldMk cId="2571068111" sldId="260"/>
            <ac:spMk id="11" creationId="{3FCFB1DE-0B7E-48CC-BA90-B2AB0889F9D6}"/>
          </ac:spMkLst>
        </pc:spChg>
        <pc:spChg chg="add">
          <ac:chgData name="Sabrina Saiphoo" userId="c384fbdc55ec1817" providerId="LiveId" clId="{C7219627-2762-4F40-B5D0-FB5BACC945B4}" dt="2025-12-05T05:12:06.247" v="303" actId="26606"/>
          <ac:spMkLst>
            <pc:docMk/>
            <pc:sldMk cId="2571068111" sldId="260"/>
            <ac:spMk id="16" creationId="{68AF5748-FED8-45BA-8631-26D1D10F3246}"/>
          </ac:spMkLst>
        </pc:spChg>
        <pc:spChg chg="add">
          <ac:chgData name="Sabrina Saiphoo" userId="c384fbdc55ec1817" providerId="LiveId" clId="{C7219627-2762-4F40-B5D0-FB5BACC945B4}" dt="2025-12-05T05:12:06.247" v="303" actId="26606"/>
          <ac:spMkLst>
            <pc:docMk/>
            <pc:sldMk cId="2571068111" sldId="260"/>
            <ac:spMk id="18" creationId="{AF2F604E-43BE-4DC3-B983-E071523364F8}"/>
          </ac:spMkLst>
        </pc:spChg>
        <pc:spChg chg="add">
          <ac:chgData name="Sabrina Saiphoo" userId="c384fbdc55ec1817" providerId="LiveId" clId="{C7219627-2762-4F40-B5D0-FB5BACC945B4}" dt="2025-12-05T05:12:06.247" v="303" actId="26606"/>
          <ac:spMkLst>
            <pc:docMk/>
            <pc:sldMk cId="2571068111" sldId="260"/>
            <ac:spMk id="20" creationId="{08C9B587-E65E-4B52-B37C-ABEBB6E87928}"/>
          </ac:spMkLst>
        </pc:spChg>
        <pc:picChg chg="add mod">
          <ac:chgData name="Sabrina Saiphoo" userId="c384fbdc55ec1817" providerId="LiveId" clId="{C7219627-2762-4F40-B5D0-FB5BACC945B4}" dt="2025-12-05T05:12:06.247" v="303" actId="26606"/>
          <ac:picMkLst>
            <pc:docMk/>
            <pc:sldMk cId="2571068111" sldId="260"/>
            <ac:picMk id="4" creationId="{25720D99-0272-52A3-204C-9A304F3383A7}"/>
          </ac:picMkLst>
        </pc:picChg>
        <pc:picChg chg="add del mod">
          <ac:chgData name="Sabrina Saiphoo" userId="c384fbdc55ec1817" providerId="LiveId" clId="{C7219627-2762-4F40-B5D0-FB5BACC945B4}" dt="2025-12-05T04:26:55.035" v="112" actId="478"/>
          <ac:picMkLst>
            <pc:docMk/>
            <pc:sldMk cId="2571068111" sldId="260"/>
            <ac:picMk id="5" creationId="{7A287A1F-4F47-85A0-7914-9E197765948F}"/>
          </ac:picMkLst>
        </pc:picChg>
      </pc:sldChg>
      <pc:sldChg chg="addSp delSp modSp new mod setBg">
        <pc:chgData name="Sabrina Saiphoo" userId="c384fbdc55ec1817" providerId="LiveId" clId="{C7219627-2762-4F40-B5D0-FB5BACC945B4}" dt="2025-12-05T05:12:09.605" v="304" actId="26606"/>
        <pc:sldMkLst>
          <pc:docMk/>
          <pc:sldMk cId="721873184" sldId="261"/>
        </pc:sldMkLst>
        <pc:spChg chg="mod">
          <ac:chgData name="Sabrina Saiphoo" userId="c384fbdc55ec1817" providerId="LiveId" clId="{C7219627-2762-4F40-B5D0-FB5BACC945B4}" dt="2025-12-05T05:12:09.605" v="304" actId="26606"/>
          <ac:spMkLst>
            <pc:docMk/>
            <pc:sldMk cId="721873184" sldId="261"/>
            <ac:spMk id="2" creationId="{6633B26C-766D-D96B-659C-D582DE3DFE88}"/>
          </ac:spMkLst>
        </pc:spChg>
        <pc:spChg chg="del">
          <ac:chgData name="Sabrina Saiphoo" userId="c384fbdc55ec1817" providerId="LiveId" clId="{C7219627-2762-4F40-B5D0-FB5BACC945B4}" dt="2025-12-05T04:28:04.846" v="164" actId="931"/>
          <ac:spMkLst>
            <pc:docMk/>
            <pc:sldMk cId="721873184" sldId="261"/>
            <ac:spMk id="3" creationId="{972CBC7D-8BBE-721D-A01A-A6EDFAB5D775}"/>
          </ac:spMkLst>
        </pc:spChg>
        <pc:spChg chg="add del mod">
          <ac:chgData name="Sabrina Saiphoo" userId="c384fbdc55ec1817" providerId="LiveId" clId="{C7219627-2762-4F40-B5D0-FB5BACC945B4}" dt="2025-12-05T05:10:10.300" v="272"/>
          <ac:spMkLst>
            <pc:docMk/>
            <pc:sldMk cId="721873184" sldId="261"/>
            <ac:spMk id="7" creationId="{53683359-93D0-6B5F-0C3E-452D7FB09ECC}"/>
          </ac:spMkLst>
        </pc:spChg>
        <pc:spChg chg="add del">
          <ac:chgData name="Sabrina Saiphoo" userId="c384fbdc55ec1817" providerId="LiveId" clId="{C7219627-2762-4F40-B5D0-FB5BACC945B4}" dt="2025-12-05T05:12:09.605" v="304" actId="26606"/>
          <ac:spMkLst>
            <pc:docMk/>
            <pc:sldMk cId="721873184" sldId="261"/>
            <ac:spMk id="9" creationId="{665DBBEF-238B-476B-96AB-8AAC3224ECEA}"/>
          </ac:spMkLst>
        </pc:spChg>
        <pc:spChg chg="add del">
          <ac:chgData name="Sabrina Saiphoo" userId="c384fbdc55ec1817" providerId="LiveId" clId="{C7219627-2762-4F40-B5D0-FB5BACC945B4}" dt="2025-12-05T05:12:09.605" v="304" actId="26606"/>
          <ac:spMkLst>
            <pc:docMk/>
            <pc:sldMk cId="721873184" sldId="261"/>
            <ac:spMk id="11" creationId="{3FCFB1DE-0B7E-48CC-BA90-B2AB0889F9D6}"/>
          </ac:spMkLst>
        </pc:spChg>
        <pc:spChg chg="add">
          <ac:chgData name="Sabrina Saiphoo" userId="c384fbdc55ec1817" providerId="LiveId" clId="{C7219627-2762-4F40-B5D0-FB5BACC945B4}" dt="2025-12-05T05:12:09.605" v="304" actId="26606"/>
          <ac:spMkLst>
            <pc:docMk/>
            <pc:sldMk cId="721873184" sldId="261"/>
            <ac:spMk id="16" creationId="{68AF5748-FED8-45BA-8631-26D1D10F3246}"/>
          </ac:spMkLst>
        </pc:spChg>
        <pc:spChg chg="add">
          <ac:chgData name="Sabrina Saiphoo" userId="c384fbdc55ec1817" providerId="LiveId" clId="{C7219627-2762-4F40-B5D0-FB5BACC945B4}" dt="2025-12-05T05:12:09.605" v="304" actId="26606"/>
          <ac:spMkLst>
            <pc:docMk/>
            <pc:sldMk cId="721873184" sldId="261"/>
            <ac:spMk id="18" creationId="{AF2F604E-43BE-4DC3-B983-E071523364F8}"/>
          </ac:spMkLst>
        </pc:spChg>
        <pc:spChg chg="add">
          <ac:chgData name="Sabrina Saiphoo" userId="c384fbdc55ec1817" providerId="LiveId" clId="{C7219627-2762-4F40-B5D0-FB5BACC945B4}" dt="2025-12-05T05:12:09.605" v="304" actId="26606"/>
          <ac:spMkLst>
            <pc:docMk/>
            <pc:sldMk cId="721873184" sldId="261"/>
            <ac:spMk id="20" creationId="{08C9B587-E65E-4B52-B37C-ABEBB6E87928}"/>
          </ac:spMkLst>
        </pc:spChg>
        <pc:picChg chg="add mod">
          <ac:chgData name="Sabrina Saiphoo" userId="c384fbdc55ec1817" providerId="LiveId" clId="{C7219627-2762-4F40-B5D0-FB5BACC945B4}" dt="2025-12-05T05:12:09.605" v="304" actId="26606"/>
          <ac:picMkLst>
            <pc:docMk/>
            <pc:sldMk cId="721873184" sldId="261"/>
            <ac:picMk id="4" creationId="{A88D4708-CD6F-B152-141B-708A63023DC3}"/>
          </ac:picMkLst>
        </pc:picChg>
        <pc:picChg chg="add del mod">
          <ac:chgData name="Sabrina Saiphoo" userId="c384fbdc55ec1817" providerId="LiveId" clId="{C7219627-2762-4F40-B5D0-FB5BACC945B4}" dt="2025-12-05T04:28:18.833" v="171" actId="478"/>
          <ac:picMkLst>
            <pc:docMk/>
            <pc:sldMk cId="721873184" sldId="261"/>
            <ac:picMk id="5" creationId="{D41B02AE-D7FA-CA3F-9472-F616D9B00D20}"/>
          </ac:picMkLst>
        </pc:picChg>
      </pc:sldChg>
      <pc:sldChg chg="addSp delSp modSp add mod setBg">
        <pc:chgData name="Sabrina Saiphoo" userId="c384fbdc55ec1817" providerId="LiveId" clId="{C7219627-2762-4F40-B5D0-FB5BACC945B4}" dt="2025-12-05T05:11:58.284" v="301" actId="26606"/>
        <pc:sldMkLst>
          <pc:docMk/>
          <pc:sldMk cId="1614155236" sldId="262"/>
        </pc:sldMkLst>
        <pc:spChg chg="mod">
          <ac:chgData name="Sabrina Saiphoo" userId="c384fbdc55ec1817" providerId="LiveId" clId="{C7219627-2762-4F40-B5D0-FB5BACC945B4}" dt="2025-12-05T05:11:58.284" v="301" actId="26606"/>
          <ac:spMkLst>
            <pc:docMk/>
            <pc:sldMk cId="1614155236" sldId="262"/>
            <ac:spMk id="2" creationId="{F9586A67-2A06-FD07-F282-8990DB42C684}"/>
          </ac:spMkLst>
        </pc:spChg>
        <pc:spChg chg="del">
          <ac:chgData name="Sabrina Saiphoo" userId="c384fbdc55ec1817" providerId="LiveId" clId="{C7219627-2762-4F40-B5D0-FB5BACC945B4}" dt="2025-12-05T05:10:14.379" v="275"/>
          <ac:spMkLst>
            <pc:docMk/>
            <pc:sldMk cId="1614155236" sldId="262"/>
            <ac:spMk id="7" creationId="{6217E57D-15CB-69C8-01DE-9170D3075E5F}"/>
          </ac:spMkLst>
        </pc:spChg>
        <pc:spChg chg="add del">
          <ac:chgData name="Sabrina Saiphoo" userId="c384fbdc55ec1817" providerId="LiveId" clId="{C7219627-2762-4F40-B5D0-FB5BACC945B4}" dt="2025-12-05T05:11:56.337" v="298" actId="26606"/>
          <ac:spMkLst>
            <pc:docMk/>
            <pc:sldMk cId="1614155236" sldId="262"/>
            <ac:spMk id="9" creationId="{68AF5748-FED8-45BA-8631-26D1D10F3246}"/>
          </ac:spMkLst>
        </pc:spChg>
        <pc:spChg chg="add del">
          <ac:chgData name="Sabrina Saiphoo" userId="c384fbdc55ec1817" providerId="LiveId" clId="{C7219627-2762-4F40-B5D0-FB5BACC945B4}" dt="2025-12-05T05:11:56.337" v="298" actId="26606"/>
          <ac:spMkLst>
            <pc:docMk/>
            <pc:sldMk cId="1614155236" sldId="262"/>
            <ac:spMk id="11" creationId="{AF2F604E-43BE-4DC3-B983-E071523364F8}"/>
          </ac:spMkLst>
        </pc:spChg>
        <pc:spChg chg="add del">
          <ac:chgData name="Sabrina Saiphoo" userId="c384fbdc55ec1817" providerId="LiveId" clId="{C7219627-2762-4F40-B5D0-FB5BACC945B4}" dt="2025-12-05T05:11:56.337" v="298" actId="26606"/>
          <ac:spMkLst>
            <pc:docMk/>
            <pc:sldMk cId="1614155236" sldId="262"/>
            <ac:spMk id="13" creationId="{08C9B587-E65E-4B52-B37C-ABEBB6E87928}"/>
          </ac:spMkLst>
        </pc:spChg>
        <pc:spChg chg="add del">
          <ac:chgData name="Sabrina Saiphoo" userId="c384fbdc55ec1817" providerId="LiveId" clId="{C7219627-2762-4F40-B5D0-FB5BACC945B4}" dt="2025-12-05T05:11:58.253" v="300" actId="26606"/>
          <ac:spMkLst>
            <pc:docMk/>
            <pc:sldMk cId="1614155236" sldId="262"/>
            <ac:spMk id="15" creationId="{665DBBEF-238B-476B-96AB-8AAC3224ECEA}"/>
          </ac:spMkLst>
        </pc:spChg>
        <pc:spChg chg="add del">
          <ac:chgData name="Sabrina Saiphoo" userId="c384fbdc55ec1817" providerId="LiveId" clId="{C7219627-2762-4F40-B5D0-FB5BACC945B4}" dt="2025-12-05T05:11:58.253" v="300" actId="26606"/>
          <ac:spMkLst>
            <pc:docMk/>
            <pc:sldMk cId="1614155236" sldId="262"/>
            <ac:spMk id="16" creationId="{3FCFB1DE-0B7E-48CC-BA90-B2AB0889F9D6}"/>
          </ac:spMkLst>
        </pc:spChg>
        <pc:spChg chg="add">
          <ac:chgData name="Sabrina Saiphoo" userId="c384fbdc55ec1817" providerId="LiveId" clId="{C7219627-2762-4F40-B5D0-FB5BACC945B4}" dt="2025-12-05T05:11:58.284" v="301" actId="26606"/>
          <ac:spMkLst>
            <pc:docMk/>
            <pc:sldMk cId="1614155236" sldId="262"/>
            <ac:spMk id="18" creationId="{68AF5748-FED8-45BA-8631-26D1D10F3246}"/>
          </ac:spMkLst>
        </pc:spChg>
        <pc:spChg chg="add">
          <ac:chgData name="Sabrina Saiphoo" userId="c384fbdc55ec1817" providerId="LiveId" clId="{C7219627-2762-4F40-B5D0-FB5BACC945B4}" dt="2025-12-05T05:11:58.284" v="301" actId="26606"/>
          <ac:spMkLst>
            <pc:docMk/>
            <pc:sldMk cId="1614155236" sldId="262"/>
            <ac:spMk id="19" creationId="{AF2F604E-43BE-4DC3-B983-E071523364F8}"/>
          </ac:spMkLst>
        </pc:spChg>
        <pc:spChg chg="add">
          <ac:chgData name="Sabrina Saiphoo" userId="c384fbdc55ec1817" providerId="LiveId" clId="{C7219627-2762-4F40-B5D0-FB5BACC945B4}" dt="2025-12-05T05:11:58.284" v="301" actId="26606"/>
          <ac:spMkLst>
            <pc:docMk/>
            <pc:sldMk cId="1614155236" sldId="262"/>
            <ac:spMk id="20" creationId="{08C9B587-E65E-4B52-B37C-ABEBB6E87928}"/>
          </ac:spMkLst>
        </pc:spChg>
        <pc:picChg chg="add mod">
          <ac:chgData name="Sabrina Saiphoo" userId="c384fbdc55ec1817" providerId="LiveId" clId="{C7219627-2762-4F40-B5D0-FB5BACC945B4}" dt="2025-12-05T05:11:58.284" v="301" actId="26606"/>
          <ac:picMkLst>
            <pc:docMk/>
            <pc:sldMk cId="1614155236" sldId="262"/>
            <ac:picMk id="4" creationId="{A992125B-0444-8F48-CBBA-0CADA1F03A7A}"/>
          </ac:picMkLst>
        </pc:picChg>
      </pc:sldChg>
      <pc:sldChg chg="addSp delSp modSp add mod setBg">
        <pc:chgData name="Sabrina Saiphoo" userId="c384fbdc55ec1817" providerId="LiveId" clId="{C7219627-2762-4F40-B5D0-FB5BACC945B4}" dt="2025-12-05T05:12:17.003" v="306" actId="26606"/>
        <pc:sldMkLst>
          <pc:docMk/>
          <pc:sldMk cId="3150043789" sldId="263"/>
        </pc:sldMkLst>
        <pc:spChg chg="mod">
          <ac:chgData name="Sabrina Saiphoo" userId="c384fbdc55ec1817" providerId="LiveId" clId="{C7219627-2762-4F40-B5D0-FB5BACC945B4}" dt="2025-12-05T05:12:17.003" v="306" actId="26606"/>
          <ac:spMkLst>
            <pc:docMk/>
            <pc:sldMk cId="3150043789" sldId="263"/>
            <ac:spMk id="2" creationId="{A1FE1C16-4AD2-88D6-1EF1-8FD19066BF5D}"/>
          </ac:spMkLst>
        </pc:spChg>
        <pc:spChg chg="del">
          <ac:chgData name="Sabrina Saiphoo" userId="c384fbdc55ec1817" providerId="LiveId" clId="{C7219627-2762-4F40-B5D0-FB5BACC945B4}" dt="2025-12-05T05:10:27.230" v="281"/>
          <ac:spMkLst>
            <pc:docMk/>
            <pc:sldMk cId="3150043789" sldId="263"/>
            <ac:spMk id="7" creationId="{BF2B3E1F-D8A3-6619-1BEC-9D1F0851767C}"/>
          </ac:spMkLst>
        </pc:spChg>
        <pc:spChg chg="add">
          <ac:chgData name="Sabrina Saiphoo" userId="c384fbdc55ec1817" providerId="LiveId" clId="{C7219627-2762-4F40-B5D0-FB5BACC945B4}" dt="2025-12-05T05:12:17.003" v="306" actId="26606"/>
          <ac:spMkLst>
            <pc:docMk/>
            <pc:sldMk cId="3150043789" sldId="263"/>
            <ac:spMk id="9" creationId="{68AF5748-FED8-45BA-8631-26D1D10F3246}"/>
          </ac:spMkLst>
        </pc:spChg>
        <pc:spChg chg="add">
          <ac:chgData name="Sabrina Saiphoo" userId="c384fbdc55ec1817" providerId="LiveId" clId="{C7219627-2762-4F40-B5D0-FB5BACC945B4}" dt="2025-12-05T05:12:17.003" v="306" actId="26606"/>
          <ac:spMkLst>
            <pc:docMk/>
            <pc:sldMk cId="3150043789" sldId="263"/>
            <ac:spMk id="11" creationId="{AF2F604E-43BE-4DC3-B983-E071523364F8}"/>
          </ac:spMkLst>
        </pc:spChg>
        <pc:spChg chg="add">
          <ac:chgData name="Sabrina Saiphoo" userId="c384fbdc55ec1817" providerId="LiveId" clId="{C7219627-2762-4F40-B5D0-FB5BACC945B4}" dt="2025-12-05T05:12:17.003" v="306" actId="26606"/>
          <ac:spMkLst>
            <pc:docMk/>
            <pc:sldMk cId="3150043789" sldId="263"/>
            <ac:spMk id="13" creationId="{08C9B587-E65E-4B52-B37C-ABEBB6E87928}"/>
          </ac:spMkLst>
        </pc:spChg>
        <pc:picChg chg="add mod">
          <ac:chgData name="Sabrina Saiphoo" userId="c384fbdc55ec1817" providerId="LiveId" clId="{C7219627-2762-4F40-B5D0-FB5BACC945B4}" dt="2025-12-05T05:12:17.003" v="306" actId="26606"/>
          <ac:picMkLst>
            <pc:docMk/>
            <pc:sldMk cId="3150043789" sldId="263"/>
            <ac:picMk id="4" creationId="{A1C67450-868C-EDDC-8BA9-25CCDA47F7FD}"/>
          </ac:picMkLst>
        </pc:picChg>
      </pc:sldChg>
      <pc:sldChg chg="add del">
        <pc:chgData name="Sabrina Saiphoo" userId="c384fbdc55ec1817" providerId="LiveId" clId="{C7219627-2762-4F40-B5D0-FB5BACC945B4}" dt="2025-12-05T05:12:33.675" v="307" actId="47"/>
        <pc:sldMkLst>
          <pc:docMk/>
          <pc:sldMk cId="3315205668" sldId="264"/>
        </pc:sldMkLst>
      </pc:sldChg>
      <pc:sldChg chg="addSp delSp modSp add mod ord setBg">
        <pc:chgData name="Sabrina Saiphoo" userId="c384fbdc55ec1817" providerId="LiveId" clId="{C7219627-2762-4F40-B5D0-FB5BACC945B4}" dt="2025-12-05T05:12:13.098" v="305" actId="26606"/>
        <pc:sldMkLst>
          <pc:docMk/>
          <pc:sldMk cId="4229450842" sldId="265"/>
        </pc:sldMkLst>
        <pc:spChg chg="mod">
          <ac:chgData name="Sabrina Saiphoo" userId="c384fbdc55ec1817" providerId="LiveId" clId="{C7219627-2762-4F40-B5D0-FB5BACC945B4}" dt="2025-12-05T05:12:13.098" v="305" actId="26606"/>
          <ac:spMkLst>
            <pc:docMk/>
            <pc:sldMk cId="4229450842" sldId="265"/>
            <ac:spMk id="2" creationId="{99BE6C36-EC13-1AD6-9795-0AFA16A478C6}"/>
          </ac:spMkLst>
        </pc:spChg>
        <pc:spChg chg="add del mod">
          <ac:chgData name="Sabrina Saiphoo" userId="c384fbdc55ec1817" providerId="LiveId" clId="{C7219627-2762-4F40-B5D0-FB5BACC945B4}" dt="2025-12-05T05:10:58.148" v="291"/>
          <ac:spMkLst>
            <pc:docMk/>
            <pc:sldMk cId="4229450842" sldId="265"/>
            <ac:spMk id="6" creationId="{1221DAAC-98E6-D9C1-3F7C-2BCFE0CCE118}"/>
          </ac:spMkLst>
        </pc:spChg>
        <pc:spChg chg="del">
          <ac:chgData name="Sabrina Saiphoo" userId="c384fbdc55ec1817" providerId="LiveId" clId="{C7219627-2762-4F40-B5D0-FB5BACC945B4}" dt="2025-12-05T05:10:22.326" v="278"/>
          <ac:spMkLst>
            <pc:docMk/>
            <pc:sldMk cId="4229450842" sldId="265"/>
            <ac:spMk id="7" creationId="{EDC7B3AA-C1A3-7124-9CEF-19A726969BA3}"/>
          </ac:spMkLst>
        </pc:spChg>
        <pc:spChg chg="add del">
          <ac:chgData name="Sabrina Saiphoo" userId="c384fbdc55ec1817" providerId="LiveId" clId="{C7219627-2762-4F40-B5D0-FB5BACC945B4}" dt="2025-12-05T05:12:13.098" v="305" actId="26606"/>
          <ac:spMkLst>
            <pc:docMk/>
            <pc:sldMk cId="4229450842" sldId="265"/>
            <ac:spMk id="13" creationId="{F76BC10A-9109-3647-71FD-06AD37FB5845}"/>
          </ac:spMkLst>
        </pc:spChg>
        <pc:spChg chg="add del">
          <ac:chgData name="Sabrina Saiphoo" userId="c384fbdc55ec1817" providerId="LiveId" clId="{C7219627-2762-4F40-B5D0-FB5BACC945B4}" dt="2025-12-05T05:12:13.098" v="305" actId="26606"/>
          <ac:spMkLst>
            <pc:docMk/>
            <pc:sldMk cId="4229450842" sldId="265"/>
            <ac:spMk id="16" creationId="{2B97F24A-32CE-4C1C-A50D-3016B394DCFB}"/>
          </ac:spMkLst>
        </pc:spChg>
        <pc:spChg chg="add del">
          <ac:chgData name="Sabrina Saiphoo" userId="c384fbdc55ec1817" providerId="LiveId" clId="{C7219627-2762-4F40-B5D0-FB5BACC945B4}" dt="2025-12-05T05:12:13.098" v="305" actId="26606"/>
          <ac:spMkLst>
            <pc:docMk/>
            <pc:sldMk cId="4229450842" sldId="265"/>
            <ac:spMk id="18" creationId="{CD8B4F24-440B-49E9-B85D-733523DC064B}"/>
          </ac:spMkLst>
        </pc:spChg>
        <pc:spChg chg="add">
          <ac:chgData name="Sabrina Saiphoo" userId="c384fbdc55ec1817" providerId="LiveId" clId="{C7219627-2762-4F40-B5D0-FB5BACC945B4}" dt="2025-12-05T05:12:13.098" v="305" actId="26606"/>
          <ac:spMkLst>
            <pc:docMk/>
            <pc:sldMk cId="4229450842" sldId="265"/>
            <ac:spMk id="23" creationId="{68AF5748-FED8-45BA-8631-26D1D10F3246}"/>
          </ac:spMkLst>
        </pc:spChg>
        <pc:spChg chg="add">
          <ac:chgData name="Sabrina Saiphoo" userId="c384fbdc55ec1817" providerId="LiveId" clId="{C7219627-2762-4F40-B5D0-FB5BACC945B4}" dt="2025-12-05T05:12:13.098" v="305" actId="26606"/>
          <ac:spMkLst>
            <pc:docMk/>
            <pc:sldMk cId="4229450842" sldId="265"/>
            <ac:spMk id="25" creationId="{AF2F604E-43BE-4DC3-B983-E071523364F8}"/>
          </ac:spMkLst>
        </pc:spChg>
        <pc:spChg chg="add">
          <ac:chgData name="Sabrina Saiphoo" userId="c384fbdc55ec1817" providerId="LiveId" clId="{C7219627-2762-4F40-B5D0-FB5BACC945B4}" dt="2025-12-05T05:12:13.098" v="305" actId="26606"/>
          <ac:spMkLst>
            <pc:docMk/>
            <pc:sldMk cId="4229450842" sldId="265"/>
            <ac:spMk id="27" creationId="{08C9B587-E65E-4B52-B37C-ABEBB6E87928}"/>
          </ac:spMkLst>
        </pc:spChg>
        <pc:picChg chg="add del mod">
          <ac:chgData name="Sabrina Saiphoo" userId="c384fbdc55ec1817" providerId="LiveId" clId="{C7219627-2762-4F40-B5D0-FB5BACC945B4}" dt="2025-12-05T05:10:45.370" v="290" actId="478"/>
          <ac:picMkLst>
            <pc:docMk/>
            <pc:sldMk cId="4229450842" sldId="265"/>
            <ac:picMk id="4" creationId="{73CF2FF8-222B-E61D-09BE-12D65B737630}"/>
          </ac:picMkLst>
        </pc:picChg>
        <pc:picChg chg="add mod">
          <ac:chgData name="Sabrina Saiphoo" userId="c384fbdc55ec1817" providerId="LiveId" clId="{C7219627-2762-4F40-B5D0-FB5BACC945B4}" dt="2025-12-05T05:12:13.098" v="305" actId="26606"/>
          <ac:picMkLst>
            <pc:docMk/>
            <pc:sldMk cId="4229450842" sldId="265"/>
            <ac:picMk id="9" creationId="{CD7FB4D6-0700-0A25-90B3-DA55CB4F2EE1}"/>
          </ac:picMkLst>
        </pc:picChg>
      </pc:sldChg>
      <pc:sldChg chg="addSp modSp new mod setBg">
        <pc:chgData name="Sabrina Saiphoo" userId="c384fbdc55ec1817" providerId="LiveId" clId="{C7219627-2762-4F40-B5D0-FB5BACC945B4}" dt="2025-12-05T17:38:30.413" v="991" actId="26606"/>
        <pc:sldMkLst>
          <pc:docMk/>
          <pc:sldMk cId="3822432095" sldId="266"/>
        </pc:sldMkLst>
        <pc:spChg chg="mod">
          <ac:chgData name="Sabrina Saiphoo" userId="c384fbdc55ec1817" providerId="LiveId" clId="{C7219627-2762-4F40-B5D0-FB5BACC945B4}" dt="2025-12-05T17:38:30.413" v="991" actId="26606"/>
          <ac:spMkLst>
            <pc:docMk/>
            <pc:sldMk cId="3822432095" sldId="266"/>
            <ac:spMk id="2" creationId="{64CA6A74-2B82-02F4-B146-16927AAF62A3}"/>
          </ac:spMkLst>
        </pc:spChg>
        <pc:spChg chg="mod">
          <ac:chgData name="Sabrina Saiphoo" userId="c384fbdc55ec1817" providerId="LiveId" clId="{C7219627-2762-4F40-B5D0-FB5BACC945B4}" dt="2025-12-05T17:38:30.413" v="991" actId="26606"/>
          <ac:spMkLst>
            <pc:docMk/>
            <pc:sldMk cId="3822432095" sldId="266"/>
            <ac:spMk id="3" creationId="{57D59376-A0D0-A2E0-CA49-DEC497E419CC}"/>
          </ac:spMkLst>
        </pc:spChg>
        <pc:spChg chg="add">
          <ac:chgData name="Sabrina Saiphoo" userId="c384fbdc55ec1817" providerId="LiveId" clId="{C7219627-2762-4F40-B5D0-FB5BACC945B4}" dt="2025-12-05T17:38:30.413" v="991" actId="26606"/>
          <ac:spMkLst>
            <pc:docMk/>
            <pc:sldMk cId="3822432095" sldId="266"/>
            <ac:spMk id="8" creationId="{DAF1966E-FD40-4A4A-B61B-C4DF7FA05F06}"/>
          </ac:spMkLst>
        </pc:spChg>
        <pc:spChg chg="add">
          <ac:chgData name="Sabrina Saiphoo" userId="c384fbdc55ec1817" providerId="LiveId" clId="{C7219627-2762-4F40-B5D0-FB5BACC945B4}" dt="2025-12-05T17:38:30.413" v="991" actId="26606"/>
          <ac:spMkLst>
            <pc:docMk/>
            <pc:sldMk cId="3822432095" sldId="266"/>
            <ac:spMk id="10" creationId="{047BFA19-D45E-416B-A404-7AF2F3F27017}"/>
          </ac:spMkLst>
        </pc:spChg>
        <pc:spChg chg="add">
          <ac:chgData name="Sabrina Saiphoo" userId="c384fbdc55ec1817" providerId="LiveId" clId="{C7219627-2762-4F40-B5D0-FB5BACC945B4}" dt="2025-12-05T17:38:30.413" v="991" actId="26606"/>
          <ac:spMkLst>
            <pc:docMk/>
            <pc:sldMk cId="3822432095" sldId="266"/>
            <ac:spMk id="12" creationId="{8E0105E7-23DB-4CF2-8258-FF47C7620F6E}"/>
          </ac:spMkLst>
        </pc:spChg>
        <pc:spChg chg="add">
          <ac:chgData name="Sabrina Saiphoo" userId="c384fbdc55ec1817" providerId="LiveId" clId="{C7219627-2762-4F40-B5D0-FB5BACC945B4}" dt="2025-12-05T17:38:30.413" v="991" actId="26606"/>
          <ac:spMkLst>
            <pc:docMk/>
            <pc:sldMk cId="3822432095" sldId="266"/>
            <ac:spMk id="14" creationId="{074B4F7D-14B2-478B-8BF5-01E4E0C5D263}"/>
          </ac:spMkLst>
        </pc:spChg>
      </pc:sldChg>
      <pc:sldChg chg="modSp new mod">
        <pc:chgData name="Sabrina Saiphoo" userId="c384fbdc55ec1817" providerId="LiveId" clId="{C7219627-2762-4F40-B5D0-FB5BACC945B4}" dt="2025-12-05T17:10:35.847" v="435" actId="20577"/>
        <pc:sldMkLst>
          <pc:docMk/>
          <pc:sldMk cId="2909032815" sldId="267"/>
        </pc:sldMkLst>
        <pc:spChg chg="mod">
          <ac:chgData name="Sabrina Saiphoo" userId="c384fbdc55ec1817" providerId="LiveId" clId="{C7219627-2762-4F40-B5D0-FB5BACC945B4}" dt="2025-12-05T17:10:35.847" v="435" actId="20577"/>
          <ac:spMkLst>
            <pc:docMk/>
            <pc:sldMk cId="2909032815" sldId="267"/>
            <ac:spMk id="2" creationId="{FC4699DD-36C4-83D6-AF34-C1FF230AEA31}"/>
          </ac:spMkLst>
        </pc:spChg>
      </pc:sldChg>
      <pc:sldChg chg="modSp new mod">
        <pc:chgData name="Sabrina Saiphoo" userId="c384fbdc55ec1817" providerId="LiveId" clId="{C7219627-2762-4F40-B5D0-FB5BACC945B4}" dt="2025-12-05T17:12:52.057" v="676" actId="20577"/>
        <pc:sldMkLst>
          <pc:docMk/>
          <pc:sldMk cId="4201228382" sldId="268"/>
        </pc:sldMkLst>
        <pc:spChg chg="mod">
          <ac:chgData name="Sabrina Saiphoo" userId="c384fbdc55ec1817" providerId="LiveId" clId="{C7219627-2762-4F40-B5D0-FB5BACC945B4}" dt="2025-12-05T17:11:05.542" v="501" actId="20577"/>
          <ac:spMkLst>
            <pc:docMk/>
            <pc:sldMk cId="4201228382" sldId="268"/>
            <ac:spMk id="2" creationId="{A83AD947-4B1B-366F-6E75-B1A905A4E8F8}"/>
          </ac:spMkLst>
        </pc:spChg>
        <pc:spChg chg="mod">
          <ac:chgData name="Sabrina Saiphoo" userId="c384fbdc55ec1817" providerId="LiveId" clId="{C7219627-2762-4F40-B5D0-FB5BACC945B4}" dt="2025-12-05T17:12:52.057" v="676" actId="20577"/>
          <ac:spMkLst>
            <pc:docMk/>
            <pc:sldMk cId="4201228382" sldId="268"/>
            <ac:spMk id="3" creationId="{E0CF221B-4187-5340-FE8D-EE9EAE52BCBE}"/>
          </ac:spMkLst>
        </pc:spChg>
      </pc:sldChg>
      <pc:sldChg chg="modSp new del mod">
        <pc:chgData name="Sabrina Saiphoo" userId="c384fbdc55ec1817" providerId="LiveId" clId="{C7219627-2762-4F40-B5D0-FB5BACC945B4}" dt="2025-12-05T17:19:18.795" v="767" actId="47"/>
        <pc:sldMkLst>
          <pc:docMk/>
          <pc:sldMk cId="634417652" sldId="269"/>
        </pc:sldMkLst>
        <pc:spChg chg="mod">
          <ac:chgData name="Sabrina Saiphoo" userId="c384fbdc55ec1817" providerId="LiveId" clId="{C7219627-2762-4F40-B5D0-FB5BACC945B4}" dt="2025-12-05T17:13:21.554" v="695" actId="20577"/>
          <ac:spMkLst>
            <pc:docMk/>
            <pc:sldMk cId="634417652" sldId="269"/>
            <ac:spMk id="2" creationId="{AF67B356-EAD7-1EC2-32BB-386D7C7EBAC1}"/>
          </ac:spMkLst>
        </pc:spChg>
      </pc:sldChg>
      <pc:sldChg chg="modSp add mod">
        <pc:chgData name="Sabrina Saiphoo" userId="c384fbdc55ec1817" providerId="LiveId" clId="{C7219627-2762-4F40-B5D0-FB5BACC945B4}" dt="2025-12-05T17:19:29.116" v="791" actId="20577"/>
        <pc:sldMkLst>
          <pc:docMk/>
          <pc:sldMk cId="3009727759" sldId="270"/>
        </pc:sldMkLst>
        <pc:spChg chg="mod">
          <ac:chgData name="Sabrina Saiphoo" userId="c384fbdc55ec1817" providerId="LiveId" clId="{C7219627-2762-4F40-B5D0-FB5BACC945B4}" dt="2025-12-05T17:19:29.116" v="791" actId="20577"/>
          <ac:spMkLst>
            <pc:docMk/>
            <pc:sldMk cId="3009727759" sldId="270"/>
            <ac:spMk id="2" creationId="{FFE3D95D-040C-678C-7D56-6EE99A08DC11}"/>
          </ac:spMkLst>
        </pc:spChg>
      </pc:sldChg>
      <pc:sldChg chg="modSp add del mod">
        <pc:chgData name="Sabrina Saiphoo" userId="c384fbdc55ec1817" providerId="LiveId" clId="{C7219627-2762-4F40-B5D0-FB5BACC945B4}" dt="2025-12-05T17:19:37.285" v="792" actId="47"/>
        <pc:sldMkLst>
          <pc:docMk/>
          <pc:sldMk cId="74967166" sldId="271"/>
        </pc:sldMkLst>
        <pc:spChg chg="mod">
          <ac:chgData name="Sabrina Saiphoo" userId="c384fbdc55ec1817" providerId="LiveId" clId="{C7219627-2762-4F40-B5D0-FB5BACC945B4}" dt="2025-12-05T17:13:30.267" v="701" actId="20577"/>
          <ac:spMkLst>
            <pc:docMk/>
            <pc:sldMk cId="74967166" sldId="271"/>
            <ac:spMk id="2" creationId="{C6B47C3E-D0A4-655C-EE42-447EAC639843}"/>
          </ac:spMkLst>
        </pc:spChg>
      </pc:sldChg>
      <pc:sldChg chg="modSp add mod">
        <pc:chgData name="Sabrina Saiphoo" userId="c384fbdc55ec1817" providerId="LiveId" clId="{C7219627-2762-4F40-B5D0-FB5BACC945B4}" dt="2025-12-05T17:19:49.400" v="836" actId="20577"/>
        <pc:sldMkLst>
          <pc:docMk/>
          <pc:sldMk cId="3855461042" sldId="272"/>
        </pc:sldMkLst>
        <pc:spChg chg="mod">
          <ac:chgData name="Sabrina Saiphoo" userId="c384fbdc55ec1817" providerId="LiveId" clId="{C7219627-2762-4F40-B5D0-FB5BACC945B4}" dt="2025-12-05T17:19:49.400" v="836" actId="20577"/>
          <ac:spMkLst>
            <pc:docMk/>
            <pc:sldMk cId="3855461042" sldId="272"/>
            <ac:spMk id="2" creationId="{A3362D89-9915-3717-5D6D-70C0944FBFB8}"/>
          </ac:spMkLst>
        </pc:spChg>
      </pc:sldChg>
      <pc:sldChg chg="modSp add del mod">
        <pc:chgData name="Sabrina Saiphoo" userId="c384fbdc55ec1817" providerId="LiveId" clId="{C7219627-2762-4F40-B5D0-FB5BACC945B4}" dt="2025-12-05T17:19:56.076" v="837" actId="47"/>
        <pc:sldMkLst>
          <pc:docMk/>
          <pc:sldMk cId="1919550338" sldId="273"/>
        </pc:sldMkLst>
        <pc:spChg chg="mod">
          <ac:chgData name="Sabrina Saiphoo" userId="c384fbdc55ec1817" providerId="LiveId" clId="{C7219627-2762-4F40-B5D0-FB5BACC945B4}" dt="2025-12-05T17:13:39.045" v="707" actId="20577"/>
          <ac:spMkLst>
            <pc:docMk/>
            <pc:sldMk cId="1919550338" sldId="273"/>
            <ac:spMk id="2" creationId="{55EC8980-34A8-DC06-0B57-F5D83753A0A0}"/>
          </ac:spMkLst>
        </pc:spChg>
      </pc:sldChg>
      <pc:sldChg chg="modSp add mod">
        <pc:chgData name="Sabrina Saiphoo" userId="c384fbdc55ec1817" providerId="LiveId" clId="{C7219627-2762-4F40-B5D0-FB5BACC945B4}" dt="2025-12-05T17:20:06.960" v="864" actId="20577"/>
        <pc:sldMkLst>
          <pc:docMk/>
          <pc:sldMk cId="688248080" sldId="274"/>
        </pc:sldMkLst>
        <pc:spChg chg="mod">
          <ac:chgData name="Sabrina Saiphoo" userId="c384fbdc55ec1817" providerId="LiveId" clId="{C7219627-2762-4F40-B5D0-FB5BACC945B4}" dt="2025-12-05T17:20:06.960" v="864" actId="20577"/>
          <ac:spMkLst>
            <pc:docMk/>
            <pc:sldMk cId="688248080" sldId="274"/>
            <ac:spMk id="2" creationId="{5C862C09-AA77-6A5A-C25C-5F5F795FADBA}"/>
          </ac:spMkLst>
        </pc:spChg>
      </pc:sldChg>
      <pc:sldChg chg="modSp new mod">
        <pc:chgData name="Sabrina Saiphoo" userId="c384fbdc55ec1817" providerId="LiveId" clId="{C7219627-2762-4F40-B5D0-FB5BACC945B4}" dt="2025-12-05T17:18:31.700" v="721" actId="20577"/>
        <pc:sldMkLst>
          <pc:docMk/>
          <pc:sldMk cId="2800872766" sldId="275"/>
        </pc:sldMkLst>
        <pc:spChg chg="mod">
          <ac:chgData name="Sabrina Saiphoo" userId="c384fbdc55ec1817" providerId="LiveId" clId="{C7219627-2762-4F40-B5D0-FB5BACC945B4}" dt="2025-12-05T17:18:31.700" v="721" actId="20577"/>
          <ac:spMkLst>
            <pc:docMk/>
            <pc:sldMk cId="2800872766" sldId="275"/>
            <ac:spMk id="2" creationId="{399F0BBB-CFF5-A445-E511-8203383E2DD8}"/>
          </ac:spMkLst>
        </pc:spChg>
      </pc:sldChg>
      <pc:sldChg chg="addSp delSp modSp new mod modClrScheme chgLayout">
        <pc:chgData name="Sabrina Saiphoo" userId="c384fbdc55ec1817" providerId="LiveId" clId="{C7219627-2762-4F40-B5D0-FB5BACC945B4}" dt="2025-12-05T17:18:50.160" v="755" actId="20577"/>
        <pc:sldMkLst>
          <pc:docMk/>
          <pc:sldMk cId="3672716716" sldId="276"/>
        </pc:sldMkLst>
        <pc:spChg chg="del mod ord">
          <ac:chgData name="Sabrina Saiphoo" userId="c384fbdc55ec1817" providerId="LiveId" clId="{C7219627-2762-4F40-B5D0-FB5BACC945B4}" dt="2025-12-05T17:18:42.482" v="727" actId="700"/>
          <ac:spMkLst>
            <pc:docMk/>
            <pc:sldMk cId="3672716716" sldId="276"/>
            <ac:spMk id="2" creationId="{39F5E3EF-BCED-63C7-753E-4D1BF2F5A74D}"/>
          </ac:spMkLst>
        </pc:spChg>
        <pc:spChg chg="del mod ord">
          <ac:chgData name="Sabrina Saiphoo" userId="c384fbdc55ec1817" providerId="LiveId" clId="{C7219627-2762-4F40-B5D0-FB5BACC945B4}" dt="2025-12-05T17:18:42.482" v="727" actId="700"/>
          <ac:spMkLst>
            <pc:docMk/>
            <pc:sldMk cId="3672716716" sldId="276"/>
            <ac:spMk id="3" creationId="{DEEE7D26-0A57-1F96-CA63-B690DD49DB91}"/>
          </ac:spMkLst>
        </pc:spChg>
        <pc:spChg chg="add mod ord">
          <ac:chgData name="Sabrina Saiphoo" userId="c384fbdc55ec1817" providerId="LiveId" clId="{C7219627-2762-4F40-B5D0-FB5BACC945B4}" dt="2025-12-05T17:18:50.160" v="755" actId="20577"/>
          <ac:spMkLst>
            <pc:docMk/>
            <pc:sldMk cId="3672716716" sldId="276"/>
            <ac:spMk id="4" creationId="{847B9BA4-DDB8-BEA2-35A1-F7BD2F81D71F}"/>
          </ac:spMkLst>
        </pc:spChg>
        <pc:spChg chg="add mod ord">
          <ac:chgData name="Sabrina Saiphoo" userId="c384fbdc55ec1817" providerId="LiveId" clId="{C7219627-2762-4F40-B5D0-FB5BACC945B4}" dt="2025-12-05T17:18:42.482" v="727" actId="700"/>
          <ac:spMkLst>
            <pc:docMk/>
            <pc:sldMk cId="3672716716" sldId="276"/>
            <ac:spMk id="5" creationId="{EF090D86-9E38-DE45-F322-381004069004}"/>
          </ac:spMkLst>
        </pc:spChg>
      </pc:sldChg>
      <pc:sldChg chg="modSp new mod">
        <pc:chgData name="Sabrina Saiphoo" userId="c384fbdc55ec1817" providerId="LiveId" clId="{C7219627-2762-4F40-B5D0-FB5BACC945B4}" dt="2025-12-05T17:19:04.132" v="766" actId="20577"/>
        <pc:sldMkLst>
          <pc:docMk/>
          <pc:sldMk cId="3484402897" sldId="277"/>
        </pc:sldMkLst>
        <pc:spChg chg="mod">
          <ac:chgData name="Sabrina Saiphoo" userId="c384fbdc55ec1817" providerId="LiveId" clId="{C7219627-2762-4F40-B5D0-FB5BACC945B4}" dt="2025-12-05T17:19:04.132" v="766" actId="20577"/>
          <ac:spMkLst>
            <pc:docMk/>
            <pc:sldMk cId="3484402897" sldId="277"/>
            <ac:spMk id="2" creationId="{B34679DC-B13B-D4D1-46F8-998C6510540D}"/>
          </ac:spMkLst>
        </pc:spChg>
      </pc:sldChg>
      <pc:sldChg chg="modSp new mod">
        <pc:chgData name="Sabrina Saiphoo" userId="c384fbdc55ec1817" providerId="LiveId" clId="{C7219627-2762-4F40-B5D0-FB5BACC945B4}" dt="2025-12-05T17:22:10.882" v="909" actId="20577"/>
        <pc:sldMkLst>
          <pc:docMk/>
          <pc:sldMk cId="1610408392" sldId="278"/>
        </pc:sldMkLst>
        <pc:spChg chg="mod">
          <ac:chgData name="Sabrina Saiphoo" userId="c384fbdc55ec1817" providerId="LiveId" clId="{C7219627-2762-4F40-B5D0-FB5BACC945B4}" dt="2025-12-05T17:22:10.882" v="909" actId="20577"/>
          <ac:spMkLst>
            <pc:docMk/>
            <pc:sldMk cId="1610408392" sldId="278"/>
            <ac:spMk id="2" creationId="{66B8FCD5-804E-0578-1A38-A3509A2E9978}"/>
          </ac:spMkLst>
        </pc:spChg>
      </pc:sldChg>
      <pc:sldChg chg="modSp new mod">
        <pc:chgData name="Sabrina Saiphoo" userId="c384fbdc55ec1817" providerId="LiveId" clId="{C7219627-2762-4F40-B5D0-FB5BACC945B4}" dt="2025-12-05T17:22:32.268" v="939" actId="20577"/>
        <pc:sldMkLst>
          <pc:docMk/>
          <pc:sldMk cId="2055492507" sldId="279"/>
        </pc:sldMkLst>
        <pc:spChg chg="mod">
          <ac:chgData name="Sabrina Saiphoo" userId="c384fbdc55ec1817" providerId="LiveId" clId="{C7219627-2762-4F40-B5D0-FB5BACC945B4}" dt="2025-12-05T17:22:32.268" v="939" actId="20577"/>
          <ac:spMkLst>
            <pc:docMk/>
            <pc:sldMk cId="2055492507" sldId="279"/>
            <ac:spMk id="2" creationId="{9BF84893-49E0-688B-61C5-2DE14D776A0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ABE572-C936-4062-BF11-54F574C45F8D}" type="datetimeFigureOut">
              <a:rPr lang="en-CA" smtClean="0"/>
              <a:t>2025-12-05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3CB123-8DBF-45B3-968F-E474D464657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958144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https://commons.wikimedia.org/wiki/File:Candida_albicans_%28251_12%29.jpg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3CB123-8DBF-45B3-968F-E474D464657A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651068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FE652-395A-960F-10EA-F1BB2CD4B2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72394B-11C6-9392-E9AC-D94355182D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E461A7-9812-2008-D8BA-BF24EE21B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56AB0-6FF7-408B-BCA1-2B8900F83E34}" type="datetimeFigureOut">
              <a:rPr lang="en-CA" smtClean="0"/>
              <a:t>2025-12-05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04FD9D-6D93-66A7-8E4B-80C478FD7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0DE005-34C1-EEE9-F421-D1CAF0F47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4CE7B-C121-420C-9A63-00D24847CDD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30647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3AB62-8D15-5784-6930-7FA6272BF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650370-6453-1752-BFD7-488B9A73DC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F07941-8411-5BB9-C443-9399F6AC8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56AB0-6FF7-408B-BCA1-2B8900F83E34}" type="datetimeFigureOut">
              <a:rPr lang="en-CA" smtClean="0"/>
              <a:t>2025-12-05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D0347-E1FA-DB74-1733-C6508D2381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BD643-8223-E849-CB84-B3B4373D8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4CE7B-C121-420C-9A63-00D24847CDD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641108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B218D-24D8-3C5D-A772-7C231E301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3DFBCA-726E-5234-9A7B-A7ABAABE05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B5520F-4F68-A145-F173-B90C6AA1A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56AB0-6FF7-408B-BCA1-2B8900F83E34}" type="datetimeFigureOut">
              <a:rPr lang="en-CA" smtClean="0"/>
              <a:t>2025-12-05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C524F6-7AE0-D8FB-D5BF-3141C0337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C5149A-A765-17C3-0E82-D1716726E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4CE7B-C121-420C-9A63-00D24847CDD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16312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33C13-1889-ED1B-E3EF-B33365A94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631828-95F1-7038-B025-6B8BE3DB1B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D491BB-9567-ADAE-3CC2-C5F03641C9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6DA7CC-50DB-43A7-74F1-BC41F7634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56AB0-6FF7-408B-BCA1-2B8900F83E34}" type="datetimeFigureOut">
              <a:rPr lang="en-CA" smtClean="0"/>
              <a:t>2025-12-05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ECBB9C-5CFD-D78D-3CC8-7CC675F75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041238-4FB1-1D76-CB13-2D071550E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4CE7B-C121-420C-9A63-00D24847CDD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93011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5F511-F66A-BCD1-7A78-EB2C38B7D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7B5734-45E5-51B2-F913-9FA6DAE471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6F8FEF-DB9C-17B6-6601-509A613B7D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D33F98-D357-69B9-F61E-27A3FA16EA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E61931-B282-33A7-ABA3-AD5B01618A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BD2885-4BF0-F515-8212-6ED20C870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56AB0-6FF7-408B-BCA1-2B8900F83E34}" type="datetimeFigureOut">
              <a:rPr lang="en-CA" smtClean="0"/>
              <a:t>2025-12-05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E0C385-20DD-DE5B-C161-E25EA541D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D884D96-FF63-7B3C-A202-ED4B3853D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4CE7B-C121-420C-9A63-00D24847CDD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8155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14774-AF91-065E-0162-3CF662D86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E14E61-BD60-95A9-F437-F6EA6CA6F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56AB0-6FF7-408B-BCA1-2B8900F83E34}" type="datetimeFigureOut">
              <a:rPr lang="en-CA" smtClean="0"/>
              <a:t>2025-12-05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299DC1-F0AD-54C8-DB01-7259C5526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3E1548-D6CE-593E-8694-8F6BD63E5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4CE7B-C121-420C-9A63-00D24847CDD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88848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19016E-5F85-F60D-8FFC-E838DEFC4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56AB0-6FF7-408B-BCA1-2B8900F83E34}" type="datetimeFigureOut">
              <a:rPr lang="en-CA" smtClean="0"/>
              <a:t>2025-12-05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81356D-464B-1073-B4E3-D79AFA66B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C74D22-78C0-AB63-6C2D-ACAB63EDF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4CE7B-C121-420C-9A63-00D24847CDD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257636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C1540-EF54-660A-4C8C-D9ED7D9A5C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5286FB-2493-EA36-A7F7-796CDF84C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1D938E-DB8D-D248-8189-A84F6B87B3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FA1106-DAFF-9918-3BD5-3DD25FEFB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56AB0-6FF7-408B-BCA1-2B8900F83E34}" type="datetimeFigureOut">
              <a:rPr lang="en-CA" smtClean="0"/>
              <a:t>2025-12-05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6C9793-B0E8-63A3-602F-71A964CDB2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92486E-6DE1-4E7E-A16B-813639461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4CE7B-C121-420C-9A63-00D24847CDD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94310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30705-E04A-9225-08FC-F3A03893CF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06BE44-364A-B211-EFCA-9C0648259F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696403-F245-0505-5A61-78604647DC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F2F818-1447-BAA3-FD65-C3F3D7F7F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56AB0-6FF7-408B-BCA1-2B8900F83E34}" type="datetimeFigureOut">
              <a:rPr lang="en-CA" smtClean="0"/>
              <a:t>2025-12-05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38C26A-4762-B5B2-C4C4-F4FE157D6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52E3B9-2B41-DDF2-E3F4-CDE5EBD8A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4CE7B-C121-420C-9A63-00D24847CDD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911721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EE015-9978-C7C5-8B75-9AC50C46E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D5681F-1412-2624-D011-A5DCAE65DC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B2CC1C-FC1E-5F99-5A6B-7AE2EC6B26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56AB0-6FF7-408B-BCA1-2B8900F83E34}" type="datetimeFigureOut">
              <a:rPr lang="en-CA" smtClean="0"/>
              <a:t>2025-12-05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F7BE11-A6B2-09B3-80CD-D77EE4E8D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93DB0B-46F0-2D52-4437-EB6B24593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4CE7B-C121-420C-9A63-00D24847CDD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51463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A41330-F9F3-9BAB-79C0-00AA57E769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8F08CF-8CA3-21BA-B12F-500360041B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322727-E001-F897-90B0-EBEC0093C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56AB0-6FF7-408B-BCA1-2B8900F83E34}" type="datetimeFigureOut">
              <a:rPr lang="en-CA" smtClean="0"/>
              <a:t>2025-12-05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BC1A89-A1A3-1804-59AA-0F7FC514F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7401DB-8877-B67F-7B97-B918B55C0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4CE7B-C121-420C-9A63-00D24847CDD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343464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AD2162D-3F8A-443C-E5A5-CD9B5B5BF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A779EE-7B58-4282-2AED-0CA44DE212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D6B9EC-8A3C-10DA-620A-DFD37BF182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056AB0-6FF7-408B-BCA1-2B8900F83E34}" type="datetimeFigureOut">
              <a:rPr lang="en-CA" smtClean="0"/>
              <a:t>2025-12-05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A946CC-BFE6-7B3C-D11F-6E2F4BB9E0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4676A6-1BC0-68F7-8B4D-549D0FDEA2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44CE7B-C121-420C-9A63-00D24847CDD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072114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0" name="Rectangle 79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9777E510-FA33-0085-F41F-113903BD8E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78" r="10178"/>
          <a:stretch/>
        </p:blipFill>
        <p:spPr>
          <a:xfrm>
            <a:off x="3385227" y="0"/>
            <a:ext cx="8874626" cy="6857990"/>
          </a:xfrm>
          <a:prstGeom prst="rect">
            <a:avLst/>
          </a:prstGeom>
        </p:spPr>
      </p:pic>
      <p:sp>
        <p:nvSpPr>
          <p:cNvPr id="81" name="Rectangle 80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CD0352-2795-E59F-BA41-B3624DE290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4100"/>
              <a:t>Species-Level Clustering of </a:t>
            </a:r>
            <a:r>
              <a:rPr lang="en-US" sz="4100" i="1"/>
              <a:t>Candida</a:t>
            </a:r>
            <a:r>
              <a:rPr lang="en-US" sz="4100"/>
              <a:t> Using ITS and ERG11 Gene Sequences</a:t>
            </a:r>
            <a:endParaRPr lang="en-CA" sz="410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09F1C5-7CDC-F54C-C948-A9EB66BF91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en-CA" sz="2000"/>
              <a:t>Sabrina Saiphoo</a:t>
            </a:r>
          </a:p>
          <a:p>
            <a:pPr algn="l"/>
            <a:r>
              <a:rPr lang="en-CA" sz="2000"/>
              <a:t>GITHUBBBBBBBBBBBBB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00803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CA6A74-2B82-02F4-B146-16927AAF6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CA" sz="4000"/>
              <a:t>Candida Resistance Concern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D59376-A0D0-A2E0-CA49-DEC497E419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>
            <a:normAutofit/>
          </a:bodyPr>
          <a:lstStyle/>
          <a:p>
            <a:endParaRPr lang="en-CA" sz="2200"/>
          </a:p>
        </p:txBody>
      </p:sp>
    </p:spTree>
    <p:extLst>
      <p:ext uri="{BB962C8B-B14F-4D97-AF65-F5344CB8AC3E}">
        <p14:creationId xmlns:p14="http://schemas.microsoft.com/office/powerpoint/2010/main" val="38224320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699DD-36C4-83D6-AF34-C1FF230AE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What study are you performing?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1B2C50-4BCA-98F6-39F1-BAF8907577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090328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A991CC-66DE-BBB0-59C5-1DF76F0E43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CA" sz="4000" dirty="0"/>
              <a:t>Questions that will be Addressed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AF7AEC-F6E0-CF6D-3BF5-7A0C6E1274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>
            <a:normAutofit/>
          </a:bodyPr>
          <a:lstStyle/>
          <a:p>
            <a:r>
              <a:rPr lang="en-US" sz="2200"/>
              <a:t>Do sequences cluster by </a:t>
            </a:r>
            <a:r>
              <a:rPr lang="en-US" sz="2200" b="1"/>
              <a:t>species</a:t>
            </a:r>
            <a:r>
              <a:rPr lang="en-US" sz="2200"/>
              <a:t>?</a:t>
            </a:r>
          </a:p>
          <a:p>
            <a:r>
              <a:rPr lang="en-US" sz="2200"/>
              <a:t>Are there differences between </a:t>
            </a:r>
            <a:r>
              <a:rPr lang="en-US" sz="2200" b="1"/>
              <a:t>high resistance concern</a:t>
            </a:r>
            <a:r>
              <a:rPr lang="en-US" sz="2200"/>
              <a:t> species vs </a:t>
            </a:r>
            <a:r>
              <a:rPr lang="en-US" sz="2200" b="1"/>
              <a:t>lower resistance concern</a:t>
            </a:r>
            <a:r>
              <a:rPr lang="en-US" sz="2200"/>
              <a:t> species?</a:t>
            </a:r>
          </a:p>
          <a:p>
            <a:r>
              <a:rPr lang="en-US" sz="2200"/>
              <a:t>Does ITS vs ERG11 give different clustering patterns? Does ITS vs ERG11 give different clustering patterns?</a:t>
            </a:r>
            <a:endParaRPr lang="en-CA" sz="2200"/>
          </a:p>
        </p:txBody>
      </p:sp>
    </p:spTree>
    <p:extLst>
      <p:ext uri="{BB962C8B-B14F-4D97-AF65-F5344CB8AC3E}">
        <p14:creationId xmlns:p14="http://schemas.microsoft.com/office/powerpoint/2010/main" val="3774420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AD947-4B1B-366F-6E75-B1A905A4E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Description of Candida Data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F221B-4187-5340-FE8D-EE9EAE52BC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Describe the dataset</a:t>
            </a:r>
          </a:p>
          <a:p>
            <a:r>
              <a:rPr lang="en-CA" dirty="0"/>
              <a:t>Where did it come from</a:t>
            </a:r>
          </a:p>
          <a:p>
            <a:r>
              <a:rPr lang="en-CA" dirty="0"/>
              <a:t>How was it obtained </a:t>
            </a:r>
          </a:p>
          <a:p>
            <a:r>
              <a:rPr lang="en-CA" dirty="0"/>
              <a:t>Sample Numbers </a:t>
            </a:r>
          </a:p>
          <a:p>
            <a:r>
              <a:rPr lang="en-CA" dirty="0"/>
              <a:t>Cite the source </a:t>
            </a:r>
          </a:p>
        </p:txBody>
      </p:sp>
    </p:spTree>
    <p:extLst>
      <p:ext uri="{BB962C8B-B14F-4D97-AF65-F5344CB8AC3E}">
        <p14:creationId xmlns:p14="http://schemas.microsoft.com/office/powerpoint/2010/main" val="42012283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81506D-A03F-FB45-ABE0-699B684C5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CA" sz="4000"/>
              <a:t>Methods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30968-FBBB-275D-311B-50F20A251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>
            <a:normAutofit/>
          </a:bodyPr>
          <a:lstStyle/>
          <a:p>
            <a:r>
              <a:rPr lang="en-US" sz="2200"/>
              <a:t>“Overall, my pipeline:</a:t>
            </a:r>
          </a:p>
          <a:p>
            <a:r>
              <a:rPr lang="en-US" sz="2200"/>
              <a:t>Collected ITS and ERG11 sequences for 6 Candida species from NCBI.</a:t>
            </a:r>
          </a:p>
          <a:p>
            <a:r>
              <a:rPr lang="en-US" sz="2200"/>
              <a:t>Cleaned and standardized species names and balanced the dataset.</a:t>
            </a:r>
          </a:p>
          <a:p>
            <a:r>
              <a:rPr lang="en-US" sz="2200"/>
              <a:t>Measured sequence similarity using both alignment-based distances and simple sequence features.</a:t>
            </a:r>
          </a:p>
          <a:p>
            <a:r>
              <a:rPr lang="en-US" sz="2200"/>
              <a:t>Performed hierarchical clustering, PCA, and NMDS to visualize how sequences cluster by species and resistance group.</a:t>
            </a:r>
          </a:p>
          <a:p>
            <a:r>
              <a:rPr lang="en-US" sz="2200"/>
              <a:t>Used silhouette and Dunn indices to quantitatively compare clustering performance between ITS and ERG11.”</a:t>
            </a:r>
          </a:p>
          <a:p>
            <a:endParaRPr lang="en-CA" sz="2200"/>
          </a:p>
        </p:txBody>
      </p:sp>
    </p:spTree>
    <p:extLst>
      <p:ext uri="{BB962C8B-B14F-4D97-AF65-F5344CB8AC3E}">
        <p14:creationId xmlns:p14="http://schemas.microsoft.com/office/powerpoint/2010/main" val="15627851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68AF5748-FED8-45BA-8631-26D1D10F32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90770F-47C4-A1A6-1FA2-74C722B04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Image 1 – ITS NMDS Plot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" name="Content Placeholder 5" descr="A chart with different colored dots&#10;&#10;AI-generated content may be incorrect.">
            <a:extLst>
              <a:ext uri="{FF2B5EF4-FFF2-40B4-BE49-F238E27FC236}">
                <a16:creationId xmlns:a16="http://schemas.microsoft.com/office/drawing/2014/main" id="{C0B9DBBF-5366-1389-ED0C-AC6C0CDEB9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4608" y="785987"/>
            <a:ext cx="6846363" cy="5134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350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68AF5748-FED8-45BA-8631-26D1D10F32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7D140F-45E0-7AF3-DE96-A41A71125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Image 2 – ERG11 NMDS plot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4" name="Content Placeholder 3" descr="A graph of different colored dots&#10;&#10;AI-generated content may be incorrect.">
            <a:extLst>
              <a:ext uri="{FF2B5EF4-FFF2-40B4-BE49-F238E27FC236}">
                <a16:creationId xmlns:a16="http://schemas.microsoft.com/office/drawing/2014/main" id="{25720D99-0272-52A3-204C-9A304F3383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4608" y="785987"/>
            <a:ext cx="6846363" cy="5134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1068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626F0-6080-736A-2D9A-AA94F916D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E3D95D-040C-678C-7D56-6EE99A08D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NMDS Plot 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B32626-02D4-A295-597D-25B08D7564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097277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68AF5748-FED8-45BA-8631-26D1D10F32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33B26C-766D-D96B-659C-D582DE3DFE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Image 3 – ITS Feature-Based Clustering with PCA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4" name="Content Placeholder 3" descr="A chart with different colored dots&#10;&#10;AI-generated content may be incorrect.">
            <a:extLst>
              <a:ext uri="{FF2B5EF4-FFF2-40B4-BE49-F238E27FC236}">
                <a16:creationId xmlns:a16="http://schemas.microsoft.com/office/drawing/2014/main" id="{A88D4708-CD6F-B152-141B-708A63023D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4608" y="785987"/>
            <a:ext cx="6846363" cy="5134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8731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8F3956-4354-B183-BE32-41955005D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68AF5748-FED8-45BA-8631-26D1D10F32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586A67-2A06-FD07-F282-8990DB42C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Image 4 – ERG11Feature-Based Clustering with PCA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4" name="Content Placeholder 3" descr="A graph with colored dots and numbers&#10;&#10;AI-generated content may be incorrect.">
            <a:extLst>
              <a:ext uri="{FF2B5EF4-FFF2-40B4-BE49-F238E27FC236}">
                <a16:creationId xmlns:a16="http://schemas.microsoft.com/office/drawing/2014/main" id="{A992125B-0444-8F48-CBBA-0CADA1F03A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4608" y="785987"/>
            <a:ext cx="6846363" cy="5134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1552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9DA82-3B5F-A633-48A1-6BC1057FE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62D89-9915-3717-5D6D-70C0944FB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Feature-Based Clustering with PCA 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5B793E-66B6-D1F7-C31B-0DD03EF48A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554610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7264CC-F8BB-B9D4-C83A-F2BFD0D10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68AF5748-FED8-45BA-8631-26D1D10F32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BE6C36-EC13-1AD6-9795-0AFA16A47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Image 5 – ITS Silhouette plot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9" name="Content Placeholder 8" descr="A graph of a graph with numbers and text&#10;&#10;AI-generated content may be incorrect.">
            <a:extLst>
              <a:ext uri="{FF2B5EF4-FFF2-40B4-BE49-F238E27FC236}">
                <a16:creationId xmlns:a16="http://schemas.microsoft.com/office/drawing/2014/main" id="{CD7FB4D6-0700-0A25-90B3-DA55CB4F2E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4608" y="785987"/>
            <a:ext cx="6846363" cy="5134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4508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3F2198-090D-73F2-AA89-74F98EED7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8AF5748-FED8-45BA-8631-26D1D10F32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FE1C16-4AD2-88D6-1EF1-8FD19066B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Image 6 – ERG11 Silhouette plot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4" name="Content Placeholder 3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A1C67450-868C-EDDC-8BA9-25CCDA47F7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4608" y="785987"/>
            <a:ext cx="6846363" cy="5134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00437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91A87-D6D8-6E21-545A-FABA272B3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62C09-AA77-6A5A-C25C-5F5F795FA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Silhoulette</a:t>
            </a:r>
            <a:r>
              <a:rPr lang="en-CA" dirty="0"/>
              <a:t> Plot 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A1A237-1400-0B9C-DFCC-4EA7A490D2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882480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8FCD5-804E-0578-1A38-A3509A2E9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Discussion &amp;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60C59-5FAF-7B6B-08FC-D58FB9BF3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104083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84893-49E0-688B-61C5-2DE14D776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Next Steps &amp; 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94640-DD72-F039-1AAA-7D6A0AFADD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554925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F0BBB-CFF5-A445-E511-8203383E2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3835F-899C-AA16-9FC0-19DE39D31E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008727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47B9BA4-DDB8-BEA2-35A1-F7BD2F81D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Acknowledgements slide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F090D86-9E38-DE45-F322-3810040690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727167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679DC-B13B-D4D1-46F8-998C65105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0398D-7486-643F-17E0-747158CF9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844028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242</Words>
  <Application>Microsoft Office PowerPoint</Application>
  <PresentationFormat>Widescreen</PresentationFormat>
  <Paragraphs>38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Office Theme</vt:lpstr>
      <vt:lpstr>Species-Level Clustering of Candida Using ITS and ERG11 Gene Sequences</vt:lpstr>
      <vt:lpstr>Candida Resistance Concern</vt:lpstr>
      <vt:lpstr>What study are you performing?</vt:lpstr>
      <vt:lpstr>Questions that will be Addressed</vt:lpstr>
      <vt:lpstr>Description of Candida Data </vt:lpstr>
      <vt:lpstr>Methods</vt:lpstr>
      <vt:lpstr>Image 1 – ITS NMDS Plot</vt:lpstr>
      <vt:lpstr>Image 2 – ERG11 NMDS plot</vt:lpstr>
      <vt:lpstr>NMDS Plot Discussion</vt:lpstr>
      <vt:lpstr>Image 3 – ITS Feature-Based Clustering with PCA</vt:lpstr>
      <vt:lpstr>Image 4 – ERG11Feature-Based Clustering with PCA</vt:lpstr>
      <vt:lpstr>Feature-Based Clustering with PCA Discussion</vt:lpstr>
      <vt:lpstr>Image 5 – ITS Silhouette plot</vt:lpstr>
      <vt:lpstr>Image 6 – ERG11 Silhouette plot</vt:lpstr>
      <vt:lpstr>Silhoulette Plot Discussion</vt:lpstr>
      <vt:lpstr>Discussion &amp; Limitations</vt:lpstr>
      <vt:lpstr>Next Steps &amp; Conclusion</vt:lpstr>
      <vt:lpstr>Reflection</vt:lpstr>
      <vt:lpstr>Acknowledgements slide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Sabrina Saiphoo</dc:creator>
  <cp:lastModifiedBy>Sabrina Saiphoo</cp:lastModifiedBy>
  <cp:revision>1</cp:revision>
  <dcterms:created xsi:type="dcterms:W3CDTF">2025-12-05T03:59:51Z</dcterms:created>
  <dcterms:modified xsi:type="dcterms:W3CDTF">2025-12-05T17:38:41Z</dcterms:modified>
</cp:coreProperties>
</file>