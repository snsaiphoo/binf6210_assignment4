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5" r:id="rId9"/>
    <p:sldId id="263" r:id="rId10"/>
    <p:sldId id="264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91CB95-2AE6-47A1-BF8B-781C6B23D02D}" v="14" dt="2025-12-05T04:29:16.55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9" d="100"/>
          <a:sy n="39" d="100"/>
        </p:scale>
        <p:origin x="60" y="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brina Saiphoo" userId="c384fbdc55ec1817" providerId="LiveId" clId="{C7219627-2762-4F40-B5D0-FB5BACC945B4}"/>
    <pc:docChg chg="custSel addSld modSld sldOrd">
      <pc:chgData name="Sabrina Saiphoo" userId="c384fbdc55ec1817" providerId="LiveId" clId="{C7219627-2762-4F40-B5D0-FB5BACC945B4}" dt="2025-12-05T04:29:24.587" v="260" actId="20577"/>
      <pc:docMkLst>
        <pc:docMk/>
      </pc:docMkLst>
      <pc:sldChg chg="modSp new mod">
        <pc:chgData name="Sabrina Saiphoo" userId="c384fbdc55ec1817" providerId="LiveId" clId="{C7219627-2762-4F40-B5D0-FB5BACC945B4}" dt="2025-12-05T04:04:19.391" v="22" actId="20577"/>
        <pc:sldMkLst>
          <pc:docMk/>
          <pc:sldMk cId="3900803714" sldId="256"/>
        </pc:sldMkLst>
        <pc:spChg chg="mod">
          <ac:chgData name="Sabrina Saiphoo" userId="c384fbdc55ec1817" providerId="LiveId" clId="{C7219627-2762-4F40-B5D0-FB5BACC945B4}" dt="2025-12-05T04:04:19.391" v="22" actId="20577"/>
          <ac:spMkLst>
            <pc:docMk/>
            <pc:sldMk cId="3900803714" sldId="256"/>
            <ac:spMk id="2" creationId="{41CD0352-2795-E59F-BA41-B3624DE2902F}"/>
          </ac:spMkLst>
        </pc:spChg>
      </pc:sldChg>
      <pc:sldChg chg="addSp delSp modSp new mod">
        <pc:chgData name="Sabrina Saiphoo" userId="c384fbdc55ec1817" providerId="LiveId" clId="{C7219627-2762-4F40-B5D0-FB5BACC945B4}" dt="2025-12-05T04:05:21.021" v="42"/>
        <pc:sldMkLst>
          <pc:docMk/>
          <pc:sldMk cId="3774420809" sldId="257"/>
        </pc:sldMkLst>
        <pc:spChg chg="mod">
          <ac:chgData name="Sabrina Saiphoo" userId="c384fbdc55ec1817" providerId="LiveId" clId="{C7219627-2762-4F40-B5D0-FB5BACC945B4}" dt="2025-12-05T04:04:25.147" v="32" actId="20577"/>
          <ac:spMkLst>
            <pc:docMk/>
            <pc:sldMk cId="3774420809" sldId="257"/>
            <ac:spMk id="2" creationId="{18A991CC-66DE-BBB0-59C5-1DF76F0E430F}"/>
          </ac:spMkLst>
        </pc:spChg>
        <pc:spChg chg="add del mod">
          <ac:chgData name="Sabrina Saiphoo" userId="c384fbdc55ec1817" providerId="LiveId" clId="{C7219627-2762-4F40-B5D0-FB5BACC945B4}" dt="2025-12-05T04:05:21.021" v="42"/>
          <ac:spMkLst>
            <pc:docMk/>
            <pc:sldMk cId="3774420809" sldId="257"/>
            <ac:spMk id="3" creationId="{EAAF7AEC-F6E0-CF6D-3BF5-7A0C6E1274F6}"/>
          </ac:spMkLst>
        </pc:spChg>
        <pc:spChg chg="add mod">
          <ac:chgData name="Sabrina Saiphoo" userId="c384fbdc55ec1817" providerId="LiveId" clId="{C7219627-2762-4F40-B5D0-FB5BACC945B4}" dt="2025-12-05T04:04:44.205" v="34"/>
          <ac:spMkLst>
            <pc:docMk/>
            <pc:sldMk cId="3774420809" sldId="257"/>
            <ac:spMk id="4" creationId="{53E7DB9B-8310-4747-C027-0FB3B304ED20}"/>
          </ac:spMkLst>
        </pc:spChg>
        <pc:spChg chg="add mod">
          <ac:chgData name="Sabrina Saiphoo" userId="c384fbdc55ec1817" providerId="LiveId" clId="{C7219627-2762-4F40-B5D0-FB5BACC945B4}" dt="2025-12-05T04:04:50.527" v="36"/>
          <ac:spMkLst>
            <pc:docMk/>
            <pc:sldMk cId="3774420809" sldId="257"/>
            <ac:spMk id="5" creationId="{5F5D54B3-EB33-77EC-134F-1C88D7600405}"/>
          </ac:spMkLst>
        </pc:spChg>
      </pc:sldChg>
      <pc:sldChg chg="modSp new mod">
        <pc:chgData name="Sabrina Saiphoo" userId="c384fbdc55ec1817" providerId="LiveId" clId="{C7219627-2762-4F40-B5D0-FB5BACC945B4}" dt="2025-12-05T04:13:59.226" v="52" actId="27636"/>
        <pc:sldMkLst>
          <pc:docMk/>
          <pc:sldMk cId="1562785195" sldId="258"/>
        </pc:sldMkLst>
        <pc:spChg chg="mod">
          <ac:chgData name="Sabrina Saiphoo" userId="c384fbdc55ec1817" providerId="LiveId" clId="{C7219627-2762-4F40-B5D0-FB5BACC945B4}" dt="2025-12-05T04:13:57.839" v="50" actId="20577"/>
          <ac:spMkLst>
            <pc:docMk/>
            <pc:sldMk cId="1562785195" sldId="258"/>
            <ac:spMk id="2" creationId="{FB81506D-A03F-FB45-ABE0-699B684C5D06}"/>
          </ac:spMkLst>
        </pc:spChg>
        <pc:spChg chg="mod">
          <ac:chgData name="Sabrina Saiphoo" userId="c384fbdc55ec1817" providerId="LiveId" clId="{C7219627-2762-4F40-B5D0-FB5BACC945B4}" dt="2025-12-05T04:13:59.226" v="52" actId="27636"/>
          <ac:spMkLst>
            <pc:docMk/>
            <pc:sldMk cId="1562785195" sldId="258"/>
            <ac:spMk id="3" creationId="{CF530968-FBBB-275D-311B-50F20A251D33}"/>
          </ac:spMkLst>
        </pc:spChg>
      </pc:sldChg>
      <pc:sldChg chg="addSp delSp modSp new mod">
        <pc:chgData name="Sabrina Saiphoo" userId="c384fbdc55ec1817" providerId="LiveId" clId="{C7219627-2762-4F40-B5D0-FB5BACC945B4}" dt="2025-12-05T04:26:52.454" v="111" actId="478"/>
        <pc:sldMkLst>
          <pc:docMk/>
          <pc:sldMk cId="2006350347" sldId="259"/>
        </pc:sldMkLst>
        <pc:spChg chg="mod">
          <ac:chgData name="Sabrina Saiphoo" userId="c384fbdc55ec1817" providerId="LiveId" clId="{C7219627-2762-4F40-B5D0-FB5BACC945B4}" dt="2025-12-05T04:19:07.830" v="80" actId="20577"/>
          <ac:spMkLst>
            <pc:docMk/>
            <pc:sldMk cId="2006350347" sldId="259"/>
            <ac:spMk id="2" creationId="{8390770F-47C4-A1A6-1FA2-74C722B04C02}"/>
          </ac:spMkLst>
        </pc:spChg>
        <pc:spChg chg="del">
          <ac:chgData name="Sabrina Saiphoo" userId="c384fbdc55ec1817" providerId="LiveId" clId="{C7219627-2762-4F40-B5D0-FB5BACC945B4}" dt="2025-12-05T04:19:00.293" v="61" actId="931"/>
          <ac:spMkLst>
            <pc:docMk/>
            <pc:sldMk cId="2006350347" sldId="259"/>
            <ac:spMk id="3" creationId="{0E8F32EB-23EF-9B12-D901-6FF02FA4F35F}"/>
          </ac:spMkLst>
        </pc:spChg>
        <pc:spChg chg="add mod">
          <ac:chgData name="Sabrina Saiphoo" userId="c384fbdc55ec1817" providerId="LiveId" clId="{C7219627-2762-4F40-B5D0-FB5BACC945B4}" dt="2025-12-05T04:26:52.454" v="111" actId="478"/>
          <ac:spMkLst>
            <pc:docMk/>
            <pc:sldMk cId="2006350347" sldId="259"/>
            <ac:spMk id="7" creationId="{F498FD9B-9118-B951-2FD8-95C16DD5056E}"/>
          </ac:spMkLst>
        </pc:spChg>
        <pc:picChg chg="add del mod">
          <ac:chgData name="Sabrina Saiphoo" userId="c384fbdc55ec1817" providerId="LiveId" clId="{C7219627-2762-4F40-B5D0-FB5BACC945B4}" dt="2025-12-05T04:26:52.454" v="111" actId="478"/>
          <ac:picMkLst>
            <pc:docMk/>
            <pc:sldMk cId="2006350347" sldId="259"/>
            <ac:picMk id="5" creationId="{2AF0C74C-60C9-7B60-D12D-A9974575FE10}"/>
          </ac:picMkLst>
        </pc:picChg>
      </pc:sldChg>
      <pc:sldChg chg="addSp delSp modSp new mod">
        <pc:chgData name="Sabrina Saiphoo" userId="c384fbdc55ec1817" providerId="LiveId" clId="{C7219627-2762-4F40-B5D0-FB5BACC945B4}" dt="2025-12-05T04:26:55.035" v="112" actId="478"/>
        <pc:sldMkLst>
          <pc:docMk/>
          <pc:sldMk cId="2571068111" sldId="260"/>
        </pc:sldMkLst>
        <pc:spChg chg="mod">
          <ac:chgData name="Sabrina Saiphoo" userId="c384fbdc55ec1817" providerId="LiveId" clId="{C7219627-2762-4F40-B5D0-FB5BACC945B4}" dt="2025-12-05T04:19:23.044" v="107" actId="20577"/>
          <ac:spMkLst>
            <pc:docMk/>
            <pc:sldMk cId="2571068111" sldId="260"/>
            <ac:spMk id="2" creationId="{6D7D140F-45E0-7AF3-DE96-A41A71125275}"/>
          </ac:spMkLst>
        </pc:spChg>
        <pc:spChg chg="del">
          <ac:chgData name="Sabrina Saiphoo" userId="c384fbdc55ec1817" providerId="LiveId" clId="{C7219627-2762-4F40-B5D0-FB5BACC945B4}" dt="2025-12-05T04:26:28.888" v="108" actId="931"/>
          <ac:spMkLst>
            <pc:docMk/>
            <pc:sldMk cId="2571068111" sldId="260"/>
            <ac:spMk id="3" creationId="{2B6E11EB-13AB-7A60-F7ED-FE8D82A3D34C}"/>
          </ac:spMkLst>
        </pc:spChg>
        <pc:spChg chg="add mod">
          <ac:chgData name="Sabrina Saiphoo" userId="c384fbdc55ec1817" providerId="LiveId" clId="{C7219627-2762-4F40-B5D0-FB5BACC945B4}" dt="2025-12-05T04:26:55.035" v="112" actId="478"/>
          <ac:spMkLst>
            <pc:docMk/>
            <pc:sldMk cId="2571068111" sldId="260"/>
            <ac:spMk id="7" creationId="{5559CD8B-1923-3EA4-1604-000332616E15}"/>
          </ac:spMkLst>
        </pc:spChg>
        <pc:picChg chg="add del mod">
          <ac:chgData name="Sabrina Saiphoo" userId="c384fbdc55ec1817" providerId="LiveId" clId="{C7219627-2762-4F40-B5D0-FB5BACC945B4}" dt="2025-12-05T04:26:55.035" v="112" actId="478"/>
          <ac:picMkLst>
            <pc:docMk/>
            <pc:sldMk cId="2571068111" sldId="260"/>
            <ac:picMk id="5" creationId="{7A287A1F-4F47-85A0-7914-9E197765948F}"/>
          </ac:picMkLst>
        </pc:picChg>
      </pc:sldChg>
      <pc:sldChg chg="addSp delSp modSp new mod">
        <pc:chgData name="Sabrina Saiphoo" userId="c384fbdc55ec1817" providerId="LiveId" clId="{C7219627-2762-4F40-B5D0-FB5BACC945B4}" dt="2025-12-05T04:28:18.833" v="171" actId="478"/>
        <pc:sldMkLst>
          <pc:docMk/>
          <pc:sldMk cId="721873184" sldId="261"/>
        </pc:sldMkLst>
        <pc:spChg chg="mod">
          <ac:chgData name="Sabrina Saiphoo" userId="c384fbdc55ec1817" providerId="LiveId" clId="{C7219627-2762-4F40-B5D0-FB5BACC945B4}" dt="2025-12-05T04:28:12.674" v="170" actId="20577"/>
          <ac:spMkLst>
            <pc:docMk/>
            <pc:sldMk cId="721873184" sldId="261"/>
            <ac:spMk id="2" creationId="{6633B26C-766D-D96B-659C-D582DE3DFE88}"/>
          </ac:spMkLst>
        </pc:spChg>
        <pc:spChg chg="del">
          <ac:chgData name="Sabrina Saiphoo" userId="c384fbdc55ec1817" providerId="LiveId" clId="{C7219627-2762-4F40-B5D0-FB5BACC945B4}" dt="2025-12-05T04:28:04.846" v="164" actId="931"/>
          <ac:spMkLst>
            <pc:docMk/>
            <pc:sldMk cId="721873184" sldId="261"/>
            <ac:spMk id="3" creationId="{972CBC7D-8BBE-721D-A01A-A6EDFAB5D775}"/>
          </ac:spMkLst>
        </pc:spChg>
        <pc:spChg chg="add mod">
          <ac:chgData name="Sabrina Saiphoo" userId="c384fbdc55ec1817" providerId="LiveId" clId="{C7219627-2762-4F40-B5D0-FB5BACC945B4}" dt="2025-12-05T04:28:18.833" v="171" actId="478"/>
          <ac:spMkLst>
            <pc:docMk/>
            <pc:sldMk cId="721873184" sldId="261"/>
            <ac:spMk id="7" creationId="{53683359-93D0-6B5F-0C3E-452D7FB09ECC}"/>
          </ac:spMkLst>
        </pc:spChg>
        <pc:picChg chg="add del mod">
          <ac:chgData name="Sabrina Saiphoo" userId="c384fbdc55ec1817" providerId="LiveId" clId="{C7219627-2762-4F40-B5D0-FB5BACC945B4}" dt="2025-12-05T04:28:18.833" v="171" actId="478"/>
          <ac:picMkLst>
            <pc:docMk/>
            <pc:sldMk cId="721873184" sldId="261"/>
            <ac:picMk id="5" creationId="{D41B02AE-D7FA-CA3F-9472-F616D9B00D20}"/>
          </ac:picMkLst>
        </pc:picChg>
      </pc:sldChg>
      <pc:sldChg chg="modSp add mod">
        <pc:chgData name="Sabrina Saiphoo" userId="c384fbdc55ec1817" providerId="LiveId" clId="{C7219627-2762-4F40-B5D0-FB5BACC945B4}" dt="2025-12-05T04:28:31.801" v="183" actId="20577"/>
        <pc:sldMkLst>
          <pc:docMk/>
          <pc:sldMk cId="1614155236" sldId="262"/>
        </pc:sldMkLst>
        <pc:spChg chg="mod">
          <ac:chgData name="Sabrina Saiphoo" userId="c384fbdc55ec1817" providerId="LiveId" clId="{C7219627-2762-4F40-B5D0-FB5BACC945B4}" dt="2025-12-05T04:28:31.801" v="183" actId="20577"/>
          <ac:spMkLst>
            <pc:docMk/>
            <pc:sldMk cId="1614155236" sldId="262"/>
            <ac:spMk id="2" creationId="{F9586A67-2A06-FD07-F282-8990DB42C684}"/>
          </ac:spMkLst>
        </pc:spChg>
      </pc:sldChg>
      <pc:sldChg chg="modSp add mod">
        <pc:chgData name="Sabrina Saiphoo" userId="c384fbdc55ec1817" providerId="LiveId" clId="{C7219627-2762-4F40-B5D0-FB5BACC945B4}" dt="2025-12-05T04:29:05.566" v="252" actId="20577"/>
        <pc:sldMkLst>
          <pc:docMk/>
          <pc:sldMk cId="3150043789" sldId="263"/>
        </pc:sldMkLst>
        <pc:spChg chg="mod">
          <ac:chgData name="Sabrina Saiphoo" userId="c384fbdc55ec1817" providerId="LiveId" clId="{C7219627-2762-4F40-B5D0-FB5BACC945B4}" dt="2025-12-05T04:29:05.566" v="252" actId="20577"/>
          <ac:spMkLst>
            <pc:docMk/>
            <pc:sldMk cId="3150043789" sldId="263"/>
            <ac:spMk id="2" creationId="{A1FE1C16-4AD2-88D6-1EF1-8FD19066BF5D}"/>
          </ac:spMkLst>
        </pc:spChg>
      </pc:sldChg>
      <pc:sldChg chg="add">
        <pc:chgData name="Sabrina Saiphoo" userId="c384fbdc55ec1817" providerId="LiveId" clId="{C7219627-2762-4F40-B5D0-FB5BACC945B4}" dt="2025-12-05T04:28:35.010" v="184"/>
        <pc:sldMkLst>
          <pc:docMk/>
          <pc:sldMk cId="3315205668" sldId="264"/>
        </pc:sldMkLst>
      </pc:sldChg>
      <pc:sldChg chg="modSp add mod ord">
        <pc:chgData name="Sabrina Saiphoo" userId="c384fbdc55ec1817" providerId="LiveId" clId="{C7219627-2762-4F40-B5D0-FB5BACC945B4}" dt="2025-12-05T04:29:24.587" v="260" actId="20577"/>
        <pc:sldMkLst>
          <pc:docMk/>
          <pc:sldMk cId="4229450842" sldId="265"/>
        </pc:sldMkLst>
        <pc:spChg chg="mod">
          <ac:chgData name="Sabrina Saiphoo" userId="c384fbdc55ec1817" providerId="LiveId" clId="{C7219627-2762-4F40-B5D0-FB5BACC945B4}" dt="2025-12-05T04:29:24.587" v="260" actId="20577"/>
          <ac:spMkLst>
            <pc:docMk/>
            <pc:sldMk cId="4229450842" sldId="265"/>
            <ac:spMk id="2" creationId="{99BE6C36-EC13-1AD6-9795-0AFA16A478C6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FE652-395A-960F-10EA-F1BB2CD4B2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72394B-11C6-9392-E9AC-D94355182D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E461A7-9812-2008-D8BA-BF24EE21BD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56AB0-6FF7-408B-BCA1-2B8900F83E34}" type="datetimeFigureOut">
              <a:rPr lang="en-CA" smtClean="0"/>
              <a:t>2025-12-04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04FD9D-6D93-66A7-8E4B-80C478FD7A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0DE005-34C1-EEE9-F421-D1CAF0F47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4CE7B-C121-420C-9A63-00D24847CDD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30647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3AB62-8D15-5784-6930-7FA6272BF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650370-6453-1752-BFD7-488B9A73DC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F07941-8411-5BB9-C443-9399F6AC8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56AB0-6FF7-408B-BCA1-2B8900F83E34}" type="datetimeFigureOut">
              <a:rPr lang="en-CA" smtClean="0"/>
              <a:t>2025-12-04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D0347-E1FA-DB74-1733-C6508D2381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BD643-8223-E849-CB84-B3B4373D8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4CE7B-C121-420C-9A63-00D24847CDD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641108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B218D-24D8-3C5D-A772-7C231E301E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3DFBCA-726E-5234-9A7B-A7ABAABE05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B5520F-4F68-A145-F173-B90C6AA1A2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56AB0-6FF7-408B-BCA1-2B8900F83E34}" type="datetimeFigureOut">
              <a:rPr lang="en-CA" smtClean="0"/>
              <a:t>2025-12-04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C524F6-7AE0-D8FB-D5BF-3141C03372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C5149A-A765-17C3-0E82-D1716726E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4CE7B-C121-420C-9A63-00D24847CDD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163122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733C13-1889-ED1B-E3EF-B33365A94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631828-95F1-7038-B025-6B8BE3DB1B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D491BB-9567-ADAE-3CC2-C5F03641C9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6DA7CC-50DB-43A7-74F1-BC41F76349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56AB0-6FF7-408B-BCA1-2B8900F83E34}" type="datetimeFigureOut">
              <a:rPr lang="en-CA" smtClean="0"/>
              <a:t>2025-12-04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ECBB9C-5CFD-D78D-3CC8-7CC675F75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041238-4FB1-1D76-CB13-2D071550E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4CE7B-C121-420C-9A63-00D24847CDD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93011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5F511-F66A-BCD1-7A78-EB2C38B7D0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7B5734-45E5-51B2-F913-9FA6DAE471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6F8FEF-DB9C-17B6-6601-509A613B7D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D33F98-D357-69B9-F61E-27A3FA16EA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5E61931-B282-33A7-ABA3-AD5B01618A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BBD2885-4BF0-F515-8212-6ED20C870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56AB0-6FF7-408B-BCA1-2B8900F83E34}" type="datetimeFigureOut">
              <a:rPr lang="en-CA" smtClean="0"/>
              <a:t>2025-12-04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DE0C385-20DD-DE5B-C161-E25EA541D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D884D96-FF63-7B3C-A202-ED4B3853D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4CE7B-C121-420C-9A63-00D24847CDD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28155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14774-AF91-065E-0162-3CF662D860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E14E61-BD60-95A9-F437-F6EA6CA6F4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56AB0-6FF7-408B-BCA1-2B8900F83E34}" type="datetimeFigureOut">
              <a:rPr lang="en-CA" smtClean="0"/>
              <a:t>2025-12-04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299DC1-F0AD-54C8-DB01-7259C5526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3E1548-D6CE-593E-8694-8F6BD63E5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4CE7B-C121-420C-9A63-00D24847CDD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888481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119016E-5F85-F60D-8FFC-E838DEFC45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56AB0-6FF7-408B-BCA1-2B8900F83E34}" type="datetimeFigureOut">
              <a:rPr lang="en-CA" smtClean="0"/>
              <a:t>2025-12-04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81356D-464B-1073-B4E3-D79AFA66B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C74D22-78C0-AB63-6C2D-ACAB63EDF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4CE7B-C121-420C-9A63-00D24847CDD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257636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EC1540-EF54-660A-4C8C-D9ED7D9A5C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5286FB-2493-EA36-A7F7-796CDF84C6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1D938E-DB8D-D248-8189-A84F6B87B3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FA1106-DAFF-9918-3BD5-3DD25FEFB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56AB0-6FF7-408B-BCA1-2B8900F83E34}" type="datetimeFigureOut">
              <a:rPr lang="en-CA" smtClean="0"/>
              <a:t>2025-12-04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6C9793-B0E8-63A3-602F-71A964CDB2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92486E-6DE1-4E7E-A16B-8136394613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4CE7B-C121-420C-9A63-00D24847CDD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94310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30705-E04A-9225-08FC-F3A03893CF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06BE44-364A-B211-EFCA-9C0648259F3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696403-F245-0505-5A61-78604647DC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F2F818-1447-BAA3-FD65-C3F3D7F7FE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56AB0-6FF7-408B-BCA1-2B8900F83E34}" type="datetimeFigureOut">
              <a:rPr lang="en-CA" smtClean="0"/>
              <a:t>2025-12-04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38C26A-4762-B5B2-C4C4-F4FE157D6A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52E3B9-2B41-DDF2-E3F4-CDE5EBD8AB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4CE7B-C121-420C-9A63-00D24847CDD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911721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EE015-9978-C7C5-8B75-9AC50C46EC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D5681F-1412-2624-D011-A5DCAE65DC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B2CC1C-FC1E-5F99-5A6B-7AE2EC6B26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56AB0-6FF7-408B-BCA1-2B8900F83E34}" type="datetimeFigureOut">
              <a:rPr lang="en-CA" smtClean="0"/>
              <a:t>2025-12-04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F7BE11-A6B2-09B3-80CD-D77EE4E8D3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93DB0B-46F0-2D52-4437-EB6B24593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4CE7B-C121-420C-9A63-00D24847CDD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514632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BA41330-F9F3-9BAB-79C0-00AA57E769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08F08CF-8CA3-21BA-B12F-500360041B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322727-E001-F897-90B0-EBEC0093C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56AB0-6FF7-408B-BCA1-2B8900F83E34}" type="datetimeFigureOut">
              <a:rPr lang="en-CA" smtClean="0"/>
              <a:t>2025-12-04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BC1A89-A1A3-1804-59AA-0F7FC514F7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7401DB-8877-B67F-7B97-B918B55C04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4CE7B-C121-420C-9A63-00D24847CDD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343464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AD2162D-3F8A-443C-E5A5-CD9B5B5BF4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A779EE-7B58-4282-2AED-0CA44DE212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D6B9EC-8A3C-10DA-620A-DFD37BF182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056AB0-6FF7-408B-BCA1-2B8900F83E34}" type="datetimeFigureOut">
              <a:rPr lang="en-CA" smtClean="0"/>
              <a:t>2025-12-04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A946CC-BFE6-7B3C-D11F-6E2F4BB9E0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4676A6-1BC0-68F7-8B4D-549D0FDEA2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44CE7B-C121-420C-9A63-00D24847CDD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072114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CD0352-2795-E59F-BA41-B3624DE2902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CA" dirty="0"/>
              <a:t>Candida Comparison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D09F1C5-7CDC-F54C-C948-A9EB66BF915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008037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A991CC-66DE-BBB0-59C5-1DF76F0E43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AF7AEC-F6E0-CF6D-3BF5-7A0C6E1274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 sequences cluster by </a:t>
            </a:r>
            <a:r>
              <a:rPr lang="en-US" b="1" dirty="0"/>
              <a:t>species</a:t>
            </a:r>
            <a:r>
              <a:rPr lang="en-US" dirty="0"/>
              <a:t>?</a:t>
            </a:r>
          </a:p>
          <a:p>
            <a:r>
              <a:rPr lang="en-US" dirty="0"/>
              <a:t>Are there differences between </a:t>
            </a:r>
            <a:r>
              <a:rPr lang="en-US" b="1" dirty="0"/>
              <a:t>high resistance concern</a:t>
            </a:r>
            <a:r>
              <a:rPr lang="en-US" dirty="0"/>
              <a:t> species vs </a:t>
            </a:r>
            <a:r>
              <a:rPr lang="en-US" b="1" dirty="0"/>
              <a:t>lower resistance concern</a:t>
            </a:r>
            <a:r>
              <a:rPr lang="en-US" dirty="0"/>
              <a:t> species?</a:t>
            </a:r>
          </a:p>
          <a:p>
            <a:r>
              <a:rPr lang="en-US" dirty="0"/>
              <a:t>Does ITS vs ERG11 give different clustering patterns? Does ITS vs ERG11 give different clustering patterns?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7744208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1506D-A03F-FB45-ABE0-699B684C5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530968-FBBB-275D-311B-50F20A251D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“Overall, my pipeline:</a:t>
            </a:r>
          </a:p>
          <a:p>
            <a:r>
              <a:rPr lang="en-US" dirty="0"/>
              <a:t>Collected ITS and ERG11 sequences for 6 Candida species from NCBI.</a:t>
            </a:r>
          </a:p>
          <a:p>
            <a:r>
              <a:rPr lang="en-US" dirty="0"/>
              <a:t>Cleaned and standardized species names and balanced the dataset.</a:t>
            </a:r>
          </a:p>
          <a:p>
            <a:r>
              <a:rPr lang="en-US" dirty="0"/>
              <a:t>Measured sequence similarity using both alignment-based distances and simple sequence features.</a:t>
            </a:r>
          </a:p>
          <a:p>
            <a:r>
              <a:rPr lang="en-US" dirty="0"/>
              <a:t>Performed hierarchical clustering, PCA, and NMDS to visualize how sequences cluster by species and resistance group.</a:t>
            </a:r>
          </a:p>
          <a:p>
            <a:r>
              <a:rPr lang="en-US" dirty="0"/>
              <a:t>Used silhouette and Dunn indices to quantitatively compare clustering performance between ITS and ERG11.”</a:t>
            </a:r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5627851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0770F-47C4-A1A6-1FA2-74C722B04C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Image 1 – ITS NMDS Plot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498FD9B-9118-B951-2FD8-95C16DD505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063503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7D140F-45E0-7AF3-DE96-A41A711252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Image 2 – ERG11 NMDS plot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559CD8B-1923-3EA4-1604-000332616E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710681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3B26C-766D-D96B-659C-D582DE3DFE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Image 3 – ITS Feature-Based Clustering with PCA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3683359-93D0-6B5F-0C3E-452D7FB09E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218731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8F3956-4354-B183-BE32-41955005D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86A67-2A06-FD07-F282-8990DB42C6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Image 4 – ERG11Feature-Based Clustering with PCA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217E57D-15CB-69C8-01DE-9170D3075E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141552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7264CC-F8BB-B9D4-C83A-F2BFD0D10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E6C36-EC13-1AD6-9795-0AFA16A47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Image 5 </a:t>
            </a:r>
            <a:r>
              <a:rPr lang="en-CA"/>
              <a:t>– ITS </a:t>
            </a:r>
            <a:r>
              <a:rPr lang="en-CA" dirty="0"/>
              <a:t>Silhouette plot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DC7B3AA-C1A3-7124-9CEF-19A726969B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294508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F2198-090D-73F2-AA89-74F98EED7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E1C16-4AD2-88D6-1EF1-8FD19066BF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Image 6 – ERG11 Silhouette plot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F2B3E1F-D8A3-6619-1BEC-9D1F085176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500437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820005-4EA5-10BE-424A-1B157F82C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498A66-CBA5-6070-06DD-22A9368A6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Image 4 – ERG11Feature-Based Clustering with PCA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DAC5A68-C153-3FC2-07FF-23CE4EAF87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152056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162</Words>
  <Application>Microsoft Office PowerPoint</Application>
  <PresentationFormat>Widescreen</PresentationFormat>
  <Paragraphs>19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Candida Comparison</vt:lpstr>
      <vt:lpstr>Questions</vt:lpstr>
      <vt:lpstr>Methods</vt:lpstr>
      <vt:lpstr>Image 1 – ITS NMDS Plot</vt:lpstr>
      <vt:lpstr>Image 2 – ERG11 NMDS plot</vt:lpstr>
      <vt:lpstr>Image 3 – ITS Feature-Based Clustering with PCA</vt:lpstr>
      <vt:lpstr>Image 4 – ERG11Feature-Based Clustering with PCA</vt:lpstr>
      <vt:lpstr>Image 5 – ITS Silhouette plot</vt:lpstr>
      <vt:lpstr>Image 6 – ERG11 Silhouette plot</vt:lpstr>
      <vt:lpstr>Image 4 – ERG11Feature-Based Clustering with PCA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Sabrina Saiphoo</dc:creator>
  <cp:lastModifiedBy>Sabrina Saiphoo</cp:lastModifiedBy>
  <cp:revision>1</cp:revision>
  <dcterms:created xsi:type="dcterms:W3CDTF">2025-12-05T03:59:51Z</dcterms:created>
  <dcterms:modified xsi:type="dcterms:W3CDTF">2025-12-05T04:29:27Z</dcterms:modified>
</cp:coreProperties>
</file>